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5481aae634c87" /><Relationship Type="http://schemas.openxmlformats.org/officeDocument/2006/relationships/extended-properties" Target="/docProps/app.xml" Id="R678b54579e994d51" /><Relationship Type="http://schemas.openxmlformats.org/officeDocument/2006/relationships/officeDocument" Target="/ppt/presentation.xml" Id="R3cecad64f5af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f4903336448b1"/>
  </p:sldMasterIdLst>
  <p:notesMasterIdLst>
    <p:notesMasterId xmlns:r="http://schemas.openxmlformats.org/officeDocument/2006/relationships" r:id="Rc3b6b492652f4458"/>
  </p:notesMasterIdLst>
  <p:sldIdLst>
    <p:sldId xmlns:r="http://schemas.openxmlformats.org/officeDocument/2006/relationships" id="256" r:id="R93eb613fa58b4a26"/>
    <p:sldId xmlns:r="http://schemas.openxmlformats.org/officeDocument/2006/relationships" id="257" r:id="R04c6766c0840411e"/>
    <p:sldId xmlns:r="http://schemas.openxmlformats.org/officeDocument/2006/relationships" id="258" r:id="R2aaf01cadc194bf5"/>
    <p:sldId xmlns:r="http://schemas.openxmlformats.org/officeDocument/2006/relationships" id="259" r:id="Rebb66cd8d5284228"/>
    <p:sldId xmlns:r="http://schemas.openxmlformats.org/officeDocument/2006/relationships" id="260" r:id="R9c284a84cfac4685"/>
    <p:sldId xmlns:r="http://schemas.openxmlformats.org/officeDocument/2006/relationships" id="261" r:id="R34e04709ec8b41e9"/>
    <p:sldId xmlns:r="http://schemas.openxmlformats.org/officeDocument/2006/relationships" id="262" r:id="Rfd362300d2294edd"/>
    <p:sldId xmlns:r="http://schemas.openxmlformats.org/officeDocument/2006/relationships" id="263" r:id="R998eca5bfd614f9f"/>
    <p:sldId xmlns:r="http://schemas.openxmlformats.org/officeDocument/2006/relationships" id="264" r:id="Rbf64bfaab84f460e"/>
    <p:sldId xmlns:r="http://schemas.openxmlformats.org/officeDocument/2006/relationships" id="265" r:id="Ra4018b45e5b24a4e"/>
    <p:sldId xmlns:r="http://schemas.openxmlformats.org/officeDocument/2006/relationships" id="266" r:id="Rb32ceb6f38ee4f42"/>
    <p:sldId xmlns:r="http://schemas.openxmlformats.org/officeDocument/2006/relationships" id="267" r:id="R1923c74b96c647bd"/>
    <p:sldId xmlns:r="http://schemas.openxmlformats.org/officeDocument/2006/relationships" id="268" r:id="Rf00ab13eec6e426d"/>
    <p:sldId xmlns:r="http://schemas.openxmlformats.org/officeDocument/2006/relationships" id="269" r:id="R53faf65d24964623"/>
    <p:sldId xmlns:r="http://schemas.openxmlformats.org/officeDocument/2006/relationships" id="270" r:id="Ra7eb643b5ddb4116"/>
    <p:sldId xmlns:r="http://schemas.openxmlformats.org/officeDocument/2006/relationships" id="271" r:id="R9a9e89903bcf4ffa"/>
    <p:sldId xmlns:r="http://schemas.openxmlformats.org/officeDocument/2006/relationships" id="272" r:id="R102c92e1af6b4f79"/>
    <p:sldId xmlns:r="http://schemas.openxmlformats.org/officeDocument/2006/relationships" id="273" r:id="Rc5dcff14de824620"/>
    <p:sldId xmlns:r="http://schemas.openxmlformats.org/officeDocument/2006/relationships" id="274" r:id="Re4c0f050b7df4f9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c12c23abd4cc0" /><Relationship Type="http://schemas.openxmlformats.org/officeDocument/2006/relationships/slideMaster" Target="/ppt/slideMasters/slideMaster1.xml" Id="R964f4903336448b1" /><Relationship Type="http://schemas.openxmlformats.org/officeDocument/2006/relationships/notesMaster" Target="/ppt/notesMasters/notesMaster1.xml" Id="Rc3b6b492652f4458" /><Relationship Type="http://schemas.openxmlformats.org/officeDocument/2006/relationships/presProps" Target="/ppt/presProps.xml" Id="R5987c63761134b01" /><Relationship Type="http://schemas.openxmlformats.org/officeDocument/2006/relationships/tableStyles" Target="/ppt/tableStyles.xml" Id="R2e3ebaca8d924a30" /><Relationship Type="http://schemas.openxmlformats.org/officeDocument/2006/relationships/slide" Target="/ppt/slides/slide1.xml" Id="R93eb613fa58b4a26" /><Relationship Type="http://schemas.openxmlformats.org/officeDocument/2006/relationships/slide" Target="/ppt/slides/slide2.xml" Id="R04c6766c0840411e" /><Relationship Type="http://schemas.openxmlformats.org/officeDocument/2006/relationships/slide" Target="/ppt/slides/slide3.xml" Id="R2aaf01cadc194bf5" /><Relationship Type="http://schemas.openxmlformats.org/officeDocument/2006/relationships/slide" Target="/ppt/slides/slide4.xml" Id="Rebb66cd8d5284228" /><Relationship Type="http://schemas.openxmlformats.org/officeDocument/2006/relationships/slide" Target="/ppt/slides/slide5.xml" Id="R9c284a84cfac4685" /><Relationship Type="http://schemas.openxmlformats.org/officeDocument/2006/relationships/slide" Target="/ppt/slides/slide6.xml" Id="R34e04709ec8b41e9" /><Relationship Type="http://schemas.openxmlformats.org/officeDocument/2006/relationships/slide" Target="/ppt/slides/slide7.xml" Id="Rfd362300d2294edd" /><Relationship Type="http://schemas.openxmlformats.org/officeDocument/2006/relationships/slide" Target="/ppt/slides/slide8.xml" Id="R998eca5bfd614f9f" /><Relationship Type="http://schemas.openxmlformats.org/officeDocument/2006/relationships/slide" Target="/ppt/slides/slide9.xml" Id="Rbf64bfaab84f460e" /><Relationship Type="http://schemas.openxmlformats.org/officeDocument/2006/relationships/slide" Target="/ppt/slides/slide10.xml" Id="Ra4018b45e5b24a4e" /><Relationship Type="http://schemas.openxmlformats.org/officeDocument/2006/relationships/slide" Target="/ppt/slides/slide11.xml" Id="Rb32ceb6f38ee4f42" /><Relationship Type="http://schemas.openxmlformats.org/officeDocument/2006/relationships/slide" Target="/ppt/slides/slide12.xml" Id="R1923c74b96c647bd" /><Relationship Type="http://schemas.openxmlformats.org/officeDocument/2006/relationships/slide" Target="/ppt/slides/slide13.xml" Id="Rf00ab13eec6e426d" /><Relationship Type="http://schemas.openxmlformats.org/officeDocument/2006/relationships/slide" Target="/ppt/slides/slide14.xml" Id="R53faf65d24964623" /><Relationship Type="http://schemas.openxmlformats.org/officeDocument/2006/relationships/slide" Target="/ppt/slides/slide15.xml" Id="Ra7eb643b5ddb4116" /><Relationship Type="http://schemas.openxmlformats.org/officeDocument/2006/relationships/slide" Target="/ppt/slides/slide16.xml" Id="R9a9e89903bcf4ffa" /><Relationship Type="http://schemas.openxmlformats.org/officeDocument/2006/relationships/slide" Target="/ppt/slides/slide17.xml" Id="R102c92e1af6b4f79" /><Relationship Type="http://schemas.openxmlformats.org/officeDocument/2006/relationships/slide" Target="/ppt/slides/slide18.xml" Id="Rc5dcff14de824620" /><Relationship Type="http://schemas.openxmlformats.org/officeDocument/2006/relationships/slide" Target="/ppt/slides/slide19.xml" Id="Re4c0f050b7df4f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8bfadc355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65f50c65814b9b" /><Relationship Type="http://schemas.openxmlformats.org/officeDocument/2006/relationships/notesMaster" Target="/ppt/notesMasters/notesMaster1.xml" Id="Rec0b7c759a7f49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049326db5d457d" /><Relationship Type="http://schemas.openxmlformats.org/officeDocument/2006/relationships/notesMaster" Target="/ppt/notesMasters/notesMaster1.xml" Id="Rf7b131a561d1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3f62c2997244b3" /><Relationship Type="http://schemas.openxmlformats.org/officeDocument/2006/relationships/notesMaster" Target="/ppt/notesMasters/notesMaster1.xml" Id="R0f9b018d8fc04f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b7bd2e28b4cb7" /><Relationship Type="http://schemas.openxmlformats.org/officeDocument/2006/relationships/notesMaster" Target="/ppt/notesMasters/notesMaster1.xml" Id="R89e9a4e7aae743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9b37df7f04eca" /><Relationship Type="http://schemas.openxmlformats.org/officeDocument/2006/relationships/notesMaster" Target="/ppt/notesMasters/notesMaster1.xml" Id="R8da084d0c83f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79d3e886b649bd" /><Relationship Type="http://schemas.openxmlformats.org/officeDocument/2006/relationships/notesMaster" Target="/ppt/notesMasters/notesMaster1.xml" Id="R60260a5b17264b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c8fe08e87d48a9" /><Relationship Type="http://schemas.openxmlformats.org/officeDocument/2006/relationships/notesMaster" Target="/ppt/notesMasters/notesMaster1.xml" Id="R501c8ef5844744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370d3b0fa74469" /><Relationship Type="http://schemas.openxmlformats.org/officeDocument/2006/relationships/notesMaster" Target="/ppt/notesMasters/notesMaster1.xml" Id="R1f0050acaf38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f35bb10bf4911" /><Relationship Type="http://schemas.openxmlformats.org/officeDocument/2006/relationships/notesMaster" Target="/ppt/notesMasters/notesMaster1.xml" Id="Re88ba6d7598248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ba86ed70a4416d" /><Relationship Type="http://schemas.openxmlformats.org/officeDocument/2006/relationships/notesMaster" Target="/ppt/notesMasters/notesMaster1.xml" Id="R4029a31230e847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aeb9efeb534655" /><Relationship Type="http://schemas.openxmlformats.org/officeDocument/2006/relationships/notesMaster" Target="/ppt/notesMasters/notesMaster1.xml" Id="Rdc5b04c4dbb445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f50f8f2ff14f8b" /><Relationship Type="http://schemas.openxmlformats.org/officeDocument/2006/relationships/notesMaster" Target="/ppt/notesMasters/notesMaster1.xml" Id="Rb85c111dcb3341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25b9dc69094691" /><Relationship Type="http://schemas.openxmlformats.org/officeDocument/2006/relationships/notesMaster" Target="/ppt/notesMasters/notesMaster1.xml" Id="R779f0d1e69cb44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ebdb02a28c4454" /><Relationship Type="http://schemas.openxmlformats.org/officeDocument/2006/relationships/notesMaster" Target="/ppt/notesMasters/notesMaster1.xml" Id="R0bcfa161fa5446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aace6075544a2a" /><Relationship Type="http://schemas.openxmlformats.org/officeDocument/2006/relationships/notesMaster" Target="/ppt/notesMasters/notesMaster1.xml" Id="R8c10c2e2b3b445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abdfe8a48c4f8f" /><Relationship Type="http://schemas.openxmlformats.org/officeDocument/2006/relationships/notesMaster" Target="/ppt/notesMasters/notesMaster1.xml" Id="R9794c9176ede42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e9de4dca974db6" /><Relationship Type="http://schemas.openxmlformats.org/officeDocument/2006/relationships/notesMaster" Target="/ppt/notesMasters/notesMaster1.xml" Id="R11022df84e5a42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939816ca5147d4" /><Relationship Type="http://schemas.openxmlformats.org/officeDocument/2006/relationships/notesMaster" Target="/ppt/notesMasters/notesMaster1.xml" Id="R79edd8128df947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64639044a040dc" /><Relationship Type="http://schemas.openxmlformats.org/officeDocument/2006/relationships/notesMaster" Target="/ppt/notesMasters/notesMaster1.xml" Id="R6d34aec442704c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这一页限定问题。我要找的不是一个孤立的“坏变量”，而是一个可以复查的失败场景。输出包含哪个输入、与哪些其他输入组合、加入前后模型分数如何变化。所有实验都使用监督学习，分类和回归只是目标的两种类型。PCA成分可以作为分类器输入，随机采样和进化搜索可以选择输入，但这些步骤不会把预测任务切换成无监督学习或强化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2aefcbd9840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2009486c77471e" /><Relationship Type="http://schemas.openxmlformats.org/officeDocument/2006/relationships/slideLayout" Target="/ppt/slideLayouts/slideLayout1.xml" Id="Rdc513de671de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13de671de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7891118e64955" /><Relationship Type="http://schemas.openxmlformats.org/officeDocument/2006/relationships/notesSlide" Target="/ppt/notesSlides/notesSlide1.xml" Id="Rab5e06bbaed8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01c31d00c4032" /><Relationship Type="http://schemas.openxmlformats.org/officeDocument/2006/relationships/notesSlide" Target="/ppt/notesSlides/notesSlide2.xml" Id="R464ff3c7dcb843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c0e291e114b54" /><Relationship Type="http://schemas.openxmlformats.org/officeDocument/2006/relationships/notesSlide" Target="/ppt/notesSlides/notesSlide3.xml" Id="Rb486413925e6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f7c5039e4389" /><Relationship Type="http://schemas.openxmlformats.org/officeDocument/2006/relationships/notesSlide" Target="/ppt/notesSlides/notesSlide4.xml" Id="R2e8d9dd37e4145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7107a43c9472b" /><Relationship Type="http://schemas.openxmlformats.org/officeDocument/2006/relationships/notesSlide" Target="/ppt/notesSlides/notesSlide5.xml" Id="R4575b1be32ff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4939e5d9c4a6f" /><Relationship Type="http://schemas.openxmlformats.org/officeDocument/2006/relationships/notesSlide" Target="/ppt/notesSlides/notesSlide6.xml" Id="Ra4546c51a679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b0c87ca264fc0" /><Relationship Type="http://schemas.openxmlformats.org/officeDocument/2006/relationships/notesSlide" Target="/ppt/notesSlides/notesSlide7.xml" Id="R2ceca75f4a9447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027fce3d54b78" /><Relationship Type="http://schemas.openxmlformats.org/officeDocument/2006/relationships/notesSlide" Target="/ppt/notesSlides/notesSlide8.xml" Id="Re47707a4b4bd4b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1654df9e34352" /><Relationship Type="http://schemas.openxmlformats.org/officeDocument/2006/relationships/notesSlide" Target="/ppt/notesSlides/notesSlide9.xml" Id="R093dd3f7cb2b4e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7b77abcbf404b" /><Relationship Type="http://schemas.openxmlformats.org/officeDocument/2006/relationships/notesSlide" Target="/ppt/notesSlides/notesSlide10.xml" Id="Rc1f581e7e9ea4e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690bde2d545c5" /><Relationship Type="http://schemas.openxmlformats.org/officeDocument/2006/relationships/notesSlide" Target="/ppt/notesSlides/notesSlide11.xml" Id="R0bfc24162ece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ebca63e064f67" /><Relationship Type="http://schemas.openxmlformats.org/officeDocument/2006/relationships/notesSlide" Target="/ppt/notesSlides/notesSlide12.xml" Id="R76a9d6de768440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62cac3b4e4be6" /><Relationship Type="http://schemas.openxmlformats.org/officeDocument/2006/relationships/notesSlide" Target="/ppt/notesSlides/notesSlide13.xml" Id="R3fb136262cfc48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dc6db31f94cc3" /><Relationship Type="http://schemas.openxmlformats.org/officeDocument/2006/relationships/notesSlide" Target="/ppt/notesSlides/notesSlide14.xml" Id="R54a0d3bc71a4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19b6a322443df" /><Relationship Type="http://schemas.openxmlformats.org/officeDocument/2006/relationships/notesSlide" Target="/ppt/notesSlides/notesSlide15.xml" Id="R6af98a37a2de4e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9c77a6af64ad3" /><Relationship Type="http://schemas.openxmlformats.org/officeDocument/2006/relationships/notesSlide" Target="/ppt/notesSlides/notesSlide16.xml" Id="R8556d4bddd904d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a8c34408b4de2" /><Relationship Type="http://schemas.openxmlformats.org/officeDocument/2006/relationships/notesSlide" Target="/ppt/notesSlides/notesSlide17.xml" Id="R4844a57e8bc241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ea1f5c81f43f3" /><Relationship Type="http://schemas.openxmlformats.org/officeDocument/2006/relationships/notesSlide" Target="/ppt/notesSlides/notesSlide18.xml" Id="R1845eb9fd4be47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1ee3b0c624d89" /><Relationship Type="http://schemas.openxmlformats.org/officeDocument/2006/relationships/notesSlide" Target="/ppt/notesSlides/notesSlide19.xml" Id="Rc5d1a5938e8f40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8DAE5EBD-F080-4C0F-8639-143D17F2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EE6F9E4-571A-4292-94F7-7052D68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76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97F13F9-A883-4493-BB67-116AB62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can an extra feature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a model worse?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70886BB-E30D-4370-9AD1-4B9DB3B0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 Multi-Objective Feature Selection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DDEFAB95-AC44-4C01-8B98-B95FF11B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47342A7-7318-4670-8EFE-915B2544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250109A-14BD-43D5-84E7-EF958D7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1E3E027-9D7D-4B5C-BA13-DB07D689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1199864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529639D3-0397-4E0D-822A-40D4102B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EC9A85A8-5346-4A4B-A4C5-218C1D0C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861FD9FB-D06C-4DA3-9925-4A2C223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D39CF03F-2019-44A8-9B62-59EC6C69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E1445907-42FF-441A-9B46-5382DB9E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9D650517-D892-480F-90E1-94ED9C55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3A64B083-6098-4CF4-BAEF-95B21A5F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83BB221F-241A-439A-A5D0-2F16F6E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7299E963-7861-40B6-A008-5E0D8C85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2193BBAF-EB57-41E4-AC19-55C5FC2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F8FC98B4-2DFA-4D76-9EBE-870E9724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1AF4DC34-3041-485A-8639-AC918FF2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1AD22F27-C41B-4196-B0F1-96BE8400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3DBEF3EC-3A2A-47B1-8FA3-6DE3C97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1C01EBF7-1D16-4FE3-B511-75C2DE5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2C2D41E7-1F1F-41BE-B6FB-1551EAD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1463561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4CEA403C-EBEC-45C8-A60D-90F954C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question and scope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580FDAB4-6136-4C35-A1FF-15FD653E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99E7FE29-EF7D-4D48-9741-03822232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B84C6514-4ABE-4EF2-8788-2371D786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 we find a feature combination in which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adding one input breaks the performance requirement?</a:t>
            </a:r>
          </a:p>
        </p:txBody>
      </p:sp>
      <p:sp>
        <p:nvSpPr>
          <p:cNvPr id="5" name="rule-29">
            <a:extLst xmlns:a="http://schemas.openxmlformats.org/drawingml/2006/main">
              <a:ext uri="{FF2B5EF4-FFF2-40B4-BE49-F238E27FC236}">
                <a16:creationId xmlns:a16="http://schemas.microsoft.com/office/drawing/2014/main" id="{BEB541ED-79D3-4AF0-8C40-F1FAEC97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13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CA44DE5B-D483-48A5-880C-6D92824F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4200"/>
            <a:ext cx="65405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the method should provide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D0ECA693-B371-4450-BCDB-F1FC5E48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2700"/>
            <a:ext cx="654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input involved, the other inputs present, and both model scores.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CB137A32-7508-439C-A336-56CC93D6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942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What must be tested separately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B46A655F-1C81-4CF1-8BA2-AD414F3B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927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Whether removing flagged inputs gives a useful smaller model.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CDDE55EE-9170-4268-84EB-C8BD57B7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tasks remain supervised: labeled inputs predict a class or a numeric target.</a:t>
            </a:r>
          </a:p>
        </p:txBody>
      </p:sp>
    </p:spTree>
    <p:extLst>
      <p:ext uri="{BB962C8B-B14F-4D97-AF65-F5344CB8AC3E}">
        <p14:creationId xmlns:p14="http://schemas.microsoft.com/office/powerpoint/2010/main" val="504057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92C0DE35-4157-448B-8A67-D3BC833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36">
            <a:extLst xmlns:a="http://schemas.openxmlformats.org/drawingml/2006/main">
              <a:ext uri="{FF2B5EF4-FFF2-40B4-BE49-F238E27FC236}">
                <a16:creationId xmlns:a16="http://schemas.microsoft.com/office/drawing/2014/main" id="{AD30BF33-CDF0-403A-A9C7-9C83222A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81DA9195-AB40-4DD2-AAEE-02350CE0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16260011-02C0-4C59-91C8-ABCB66B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only. Minimum acceptable validation score: 0.855</a:t>
            </a:r>
          </a:p>
        </p:txBody>
      </p:sp>
      <p:sp>
        <p:nvSpPr>
          <p:cNvPr id="5" name="stage-39">
            <a:extLst xmlns:a="http://schemas.openxmlformats.org/drawingml/2006/main">
              <a:ext uri="{FF2B5EF4-FFF2-40B4-BE49-F238E27FC236}">
                <a16:creationId xmlns:a16="http://schemas.microsoft.com/office/drawing/2014/main" id="{1DFBEFF8-410E-4D42-B477-4736A92D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CAAA9ACA-9987-4F30-BC98-BE3F8539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3C74B814-EC0A-4947-9B65-830D57CC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42">
            <a:extLst xmlns:a="http://schemas.openxmlformats.org/drawingml/2006/main">
              <a:ext uri="{FF2B5EF4-FFF2-40B4-BE49-F238E27FC236}">
                <a16:creationId xmlns:a16="http://schemas.microsoft.com/office/drawing/2014/main" id="{AB2AB043-C3CE-4F5C-90F4-C6136E2A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CCAD874B-162E-4C61-A087-5B0A2A5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C0B21905-881A-47B0-B114-A973C6BA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95665B5B-1C61-4095-8DE7-0C423A4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3EDA77D5-0F76-4ACE-90FC-CFB58E8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3E579DB9-A8D9-4DEB-B7D2-87A2A907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This pair is a witness: a concrete failure that another person can check.</a:t>
            </a:r>
          </a:p>
        </p:txBody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B5BBF896-C86E-4353-8A00-775E8759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468125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49">
            <a:extLst xmlns:a="http://schemas.openxmlformats.org/drawingml/2006/main">
              <a:ext uri="{FF2B5EF4-FFF2-40B4-BE49-F238E27FC236}">
                <a16:creationId xmlns:a16="http://schemas.microsoft.com/office/drawing/2014/main" id="{B94D3C38-56F6-4E1E-AE58-BCDBC3D8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50">
            <a:extLst xmlns:a="http://schemas.openxmlformats.org/drawingml/2006/main">
              <a:ext uri="{FF2B5EF4-FFF2-40B4-BE49-F238E27FC236}">
                <a16:creationId xmlns:a16="http://schemas.microsoft.com/office/drawing/2014/main" id="{D5AF8830-CD6D-49E0-98EC-E3E5C44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602A9E96-6348-4DFD-A703-2DB2671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A3682294-5697-4AF7-9742-F9C7268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53">
            <a:extLst xmlns:a="http://schemas.openxmlformats.org/drawingml/2006/main">
              <a:ext uri="{FF2B5EF4-FFF2-40B4-BE49-F238E27FC236}">
                <a16:creationId xmlns:a16="http://schemas.microsoft.com/office/drawing/2014/main" id="{C72545CC-BA91-4A82-834F-F821EFAF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F2AE21DD-D37E-4BB0-8A87-C393D9BB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E27F2BFD-BFFE-4371-AA6B-A923FAE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56">
            <a:extLst xmlns:a="http://schemas.openxmlformats.org/drawingml/2006/main">
              <a:ext uri="{FF2B5EF4-FFF2-40B4-BE49-F238E27FC236}">
                <a16:creationId xmlns:a16="http://schemas.microsoft.com/office/drawing/2014/main" id="{F4AFBCB2-8153-4146-93D7-987271BE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A78D8A6A-8FA6-489F-89E1-BB483FE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58">
            <a:extLst xmlns:a="http://schemas.openxmlformats.org/drawingml/2006/main">
              <a:ext uri="{FF2B5EF4-FFF2-40B4-BE49-F238E27FC236}">
                <a16:creationId xmlns:a16="http://schemas.microsoft.com/office/drawing/2014/main" id="{E3AA9E2F-9693-459A-AAAB-5AA975D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59">
            <a:extLst xmlns:a="http://schemas.openxmlformats.org/drawingml/2006/main">
              <a:ext uri="{FF2B5EF4-FFF2-40B4-BE49-F238E27FC236}">
                <a16:creationId xmlns:a16="http://schemas.microsoft.com/office/drawing/2014/main" id="{6F57333C-D98A-4F40-A115-E39DC3D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1E3AD447-4690-461B-96F0-F0F10DE5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A5CF8DCC-5C8A-45E5-B2EE-55412B1C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3F902BEC-5846-44F9-AEA4-F77850F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63">
            <a:extLst xmlns:a="http://schemas.openxmlformats.org/drawingml/2006/main">
              <a:ext uri="{FF2B5EF4-FFF2-40B4-BE49-F238E27FC236}">
                <a16:creationId xmlns:a16="http://schemas.microsoft.com/office/drawing/2014/main" id="{9098B8C9-8197-4EC1-A890-44715F41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64">
            <a:extLst xmlns:a="http://schemas.openxmlformats.org/drawingml/2006/main">
              <a:ext uri="{FF2B5EF4-FFF2-40B4-BE49-F238E27FC236}">
                <a16:creationId xmlns:a16="http://schemas.microsoft.com/office/drawing/2014/main" id="{CAC1DFAD-7D88-48F5-926F-264A9E4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65">
            <a:extLst xmlns:a="http://schemas.openxmlformats.org/drawingml/2006/main">
              <a:ext uri="{FF2B5EF4-FFF2-40B4-BE49-F238E27FC236}">
                <a16:creationId xmlns:a16="http://schemas.microsoft.com/office/drawing/2014/main" id="{3B7BF088-9126-4C88-96FD-58945E8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66">
            <a:extLst xmlns:a="http://schemas.openxmlformats.org/drawingml/2006/main">
              <a:ext uri="{FF2B5EF4-FFF2-40B4-BE49-F238E27FC236}">
                <a16:creationId xmlns:a16="http://schemas.microsoft.com/office/drawing/2014/main" id="{EC340B77-FEC2-4156-8508-222B457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67">
            <a:extLst xmlns:a="http://schemas.openxmlformats.org/drawingml/2006/main">
              <a:ext uri="{FF2B5EF4-FFF2-40B4-BE49-F238E27FC236}">
                <a16:creationId xmlns:a16="http://schemas.microsoft.com/office/drawing/2014/main" id="{B584A38B-416C-4823-8207-F083F5B9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68">
            <a:extLst xmlns:a="http://schemas.openxmlformats.org/drawingml/2006/main">
              <a:ext uri="{FF2B5EF4-FFF2-40B4-BE49-F238E27FC236}">
                <a16:creationId xmlns:a16="http://schemas.microsoft.com/office/drawing/2014/main" id="{ED58679D-B1EC-41C4-AF4A-D1D05AF2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69">
            <a:extLst xmlns:a="http://schemas.openxmlformats.org/drawingml/2006/main">
              <a:ext uri="{FF2B5EF4-FFF2-40B4-BE49-F238E27FC236}">
                <a16:creationId xmlns:a16="http://schemas.microsoft.com/office/drawing/2014/main" id="{2A493C0D-27F3-417F-AC7D-92F071B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3EB0173D-2B75-4D42-A336-9BBB04B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71">
            <a:extLst xmlns:a="http://schemas.openxmlformats.org/drawingml/2006/main">
              <a:ext uri="{FF2B5EF4-FFF2-40B4-BE49-F238E27FC236}">
                <a16:creationId xmlns:a16="http://schemas.microsoft.com/office/drawing/2014/main" id="{4FD08F8C-084E-4021-AD69-52B8ECC1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72">
            <a:extLst xmlns:a="http://schemas.openxmlformats.org/drawingml/2006/main">
              <a:ext uri="{FF2B5EF4-FFF2-40B4-BE49-F238E27FC236}">
                <a16:creationId xmlns:a16="http://schemas.microsoft.com/office/drawing/2014/main" id="{7AC2932B-BD33-4C6F-8F64-64875CBB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73">
            <a:extLst xmlns:a="http://schemas.openxmlformats.org/drawingml/2006/main">
              <a:ext uri="{FF2B5EF4-FFF2-40B4-BE49-F238E27FC236}">
                <a16:creationId xmlns:a16="http://schemas.microsoft.com/office/drawing/2014/main" id="{E127A2C8-C523-48E0-8D49-B6CAC8D1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961183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65F33774-8679-452B-A076-EFF92DE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75">
            <a:extLst xmlns:a="http://schemas.openxmlformats.org/drawingml/2006/main">
              <a:ext uri="{FF2B5EF4-FFF2-40B4-BE49-F238E27FC236}">
                <a16:creationId xmlns:a16="http://schemas.microsoft.com/office/drawing/2014/main" id="{C6112A8D-5E75-4B56-A0E7-77844ED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C0E3F73D-C61A-4D85-8998-2C647EA6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77">
            <a:extLst xmlns:a="http://schemas.openxmlformats.org/drawingml/2006/main">
              <a:ext uri="{FF2B5EF4-FFF2-40B4-BE49-F238E27FC236}">
                <a16:creationId xmlns:a16="http://schemas.microsoft.com/office/drawing/2014/main" id="{C8B0D0CF-3FC2-4F5C-BCF7-0F47FEFF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78">
            <a:extLst xmlns:a="http://schemas.openxmlformats.org/drawingml/2006/main">
              <a:ext uri="{FF2B5EF4-FFF2-40B4-BE49-F238E27FC236}">
                <a16:creationId xmlns:a16="http://schemas.microsoft.com/office/drawing/2014/main" id="{D87131B3-A28F-4FDE-A8EE-47C7589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D9E66ADF-CCE9-41C9-93F4-12A6A065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026794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0">
            <a:extLst xmlns:a="http://schemas.openxmlformats.org/drawingml/2006/main">
              <a:ext uri="{FF2B5EF4-FFF2-40B4-BE49-F238E27FC236}">
                <a16:creationId xmlns:a16="http://schemas.microsoft.com/office/drawing/2014/main" id="{2F27DF07-075F-42E7-BECD-4DC3C8E5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81">
            <a:extLst xmlns:a="http://schemas.openxmlformats.org/drawingml/2006/main">
              <a:ext uri="{FF2B5EF4-FFF2-40B4-BE49-F238E27FC236}">
                <a16:creationId xmlns:a16="http://schemas.microsoft.com/office/drawing/2014/main" id="{BBF6C772-48D9-459D-BADF-2DB4BF53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B240F8BD-1600-4853-9F95-9382F11B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974F2ABE-2FE3-4EAE-8F92-FA45C1CE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D183DFD4-00DC-4BDB-9192-06E6A16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94849D22-B3A3-4DA1-8690-94037F6C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86">
            <a:extLst xmlns:a="http://schemas.openxmlformats.org/drawingml/2006/main">
              <a:ext uri="{FF2B5EF4-FFF2-40B4-BE49-F238E27FC236}">
                <a16:creationId xmlns:a16="http://schemas.microsoft.com/office/drawing/2014/main" id="{C1C1043D-1204-412D-8361-4F2E0897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87">
            <a:extLst xmlns:a="http://schemas.openxmlformats.org/drawingml/2006/main">
              <a:ext uri="{FF2B5EF4-FFF2-40B4-BE49-F238E27FC236}">
                <a16:creationId xmlns:a16="http://schemas.microsoft.com/office/drawing/2014/main" id="{C81DFA18-C9BF-4D18-A8B9-BF3AEC34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88">
            <a:extLst xmlns:a="http://schemas.openxmlformats.org/drawingml/2006/main">
              <a:ext uri="{FF2B5EF4-FFF2-40B4-BE49-F238E27FC236}">
                <a16:creationId xmlns:a16="http://schemas.microsoft.com/office/drawing/2014/main" id="{9B08BA9B-EFC2-4330-8DD4-E29BFC01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89">
            <a:extLst xmlns:a="http://schemas.openxmlformats.org/drawingml/2006/main">
              <a:ext uri="{FF2B5EF4-FFF2-40B4-BE49-F238E27FC236}">
                <a16:creationId xmlns:a16="http://schemas.microsoft.com/office/drawing/2014/main" id="{559D0D0A-AFFE-43EC-A7B1-AFA75B1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90">
            <a:extLst xmlns:a="http://schemas.openxmlformats.org/drawingml/2006/main">
              <a:ext uri="{FF2B5EF4-FFF2-40B4-BE49-F238E27FC236}">
                <a16:creationId xmlns:a16="http://schemas.microsoft.com/office/drawing/2014/main" id="{9DA1B688-5EB7-4347-B790-71D1485B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52611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1">
            <a:extLst xmlns:a="http://schemas.openxmlformats.org/drawingml/2006/main">
              <a:ext uri="{FF2B5EF4-FFF2-40B4-BE49-F238E27FC236}">
                <a16:creationId xmlns:a16="http://schemas.microsoft.com/office/drawing/2014/main" id="{7C41DF57-3293-46DA-874C-CECC2AE7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92">
            <a:extLst xmlns:a="http://schemas.openxmlformats.org/drawingml/2006/main">
              <a:ext uri="{FF2B5EF4-FFF2-40B4-BE49-F238E27FC236}">
                <a16:creationId xmlns:a16="http://schemas.microsoft.com/office/drawing/2014/main" id="{250C5CA5-2410-478A-8BF8-0C8B94C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E956227D-6ECA-49E6-AE30-5FED9A93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566D8D8B-BDCC-4200-BDA2-5DC2C0FD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9F8763DF-70BE-44F7-BAE1-45AC704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96">
            <a:extLst xmlns:a="http://schemas.openxmlformats.org/drawingml/2006/main">
              <a:ext uri="{FF2B5EF4-FFF2-40B4-BE49-F238E27FC236}">
                <a16:creationId xmlns:a16="http://schemas.microsoft.com/office/drawing/2014/main" id="{BD176BDC-A26D-4B5E-A547-896489B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277020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3C20814F-599E-4BC3-A86F-3C75DF7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98">
            <a:extLst xmlns:a="http://schemas.openxmlformats.org/drawingml/2006/main">
              <a:ext uri="{FF2B5EF4-FFF2-40B4-BE49-F238E27FC236}">
                <a16:creationId xmlns:a16="http://schemas.microsoft.com/office/drawing/2014/main" id="{E544784C-FC42-4E11-A90E-4DC8907E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9">
            <a:extLst xmlns:a="http://schemas.openxmlformats.org/drawingml/2006/main">
              <a:ext uri="{FF2B5EF4-FFF2-40B4-BE49-F238E27FC236}">
                <a16:creationId xmlns:a16="http://schemas.microsoft.com/office/drawing/2014/main" id="{6CF46B00-F73A-400D-A7A2-E987F157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00">
            <a:extLst xmlns:a="http://schemas.openxmlformats.org/drawingml/2006/main">
              <a:ext uri="{FF2B5EF4-FFF2-40B4-BE49-F238E27FC236}">
                <a16:creationId xmlns:a16="http://schemas.microsoft.com/office/drawing/2014/main" id="{4B0E224E-ADE9-456A-A004-95C9628A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01">
            <a:extLst xmlns:a="http://schemas.openxmlformats.org/drawingml/2006/main">
              <a:ext uri="{FF2B5EF4-FFF2-40B4-BE49-F238E27FC236}">
                <a16:creationId xmlns:a16="http://schemas.microsoft.com/office/drawing/2014/main" id="{86F5C665-E7B9-47BA-8C0A-F79046E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02">
            <a:extLst xmlns:a="http://schemas.openxmlformats.org/drawingml/2006/main">
              <a:ext uri="{FF2B5EF4-FFF2-40B4-BE49-F238E27FC236}">
                <a16:creationId xmlns:a16="http://schemas.microsoft.com/office/drawing/2014/main" id="{69D6E4B7-734D-4671-980A-33C289C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03">
            <a:extLst xmlns:a="http://schemas.openxmlformats.org/drawingml/2006/main">
              <a:ext uri="{FF2B5EF4-FFF2-40B4-BE49-F238E27FC236}">
                <a16:creationId xmlns:a16="http://schemas.microsoft.com/office/drawing/2014/main" id="{DD1ACB2A-2040-4707-9924-CD5CAD81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04">
            <a:extLst xmlns:a="http://schemas.openxmlformats.org/drawingml/2006/main">
              <a:ext uri="{FF2B5EF4-FFF2-40B4-BE49-F238E27FC236}">
                <a16:creationId xmlns:a16="http://schemas.microsoft.com/office/drawing/2014/main" id="{A43EA435-A151-458D-BAE5-1EAF1755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05">
            <a:extLst xmlns:a="http://schemas.openxmlformats.org/drawingml/2006/main">
              <a:ext uri="{FF2B5EF4-FFF2-40B4-BE49-F238E27FC236}">
                <a16:creationId xmlns:a16="http://schemas.microsoft.com/office/drawing/2014/main" id="{C2A264B7-6299-481C-9557-F0BCA383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06">
            <a:extLst xmlns:a="http://schemas.openxmlformats.org/drawingml/2006/main">
              <a:ext uri="{FF2B5EF4-FFF2-40B4-BE49-F238E27FC236}">
                <a16:creationId xmlns:a16="http://schemas.microsoft.com/office/drawing/2014/main" id="{C945D026-A143-4C80-B224-D6A9F746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07">
            <a:extLst xmlns:a="http://schemas.openxmlformats.org/drawingml/2006/main">
              <a:ext uri="{FF2B5EF4-FFF2-40B4-BE49-F238E27FC236}">
                <a16:creationId xmlns:a16="http://schemas.microsoft.com/office/drawing/2014/main" id="{26A03D36-0C30-4430-A2D1-A9483F44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08">
            <a:extLst xmlns:a="http://schemas.openxmlformats.org/drawingml/2006/main">
              <a:ext uri="{FF2B5EF4-FFF2-40B4-BE49-F238E27FC236}">
                <a16:creationId xmlns:a16="http://schemas.microsoft.com/office/drawing/2014/main" id="{B3807975-1654-43F9-92FD-5C867F6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13354543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09">
            <a:extLst xmlns:a="http://schemas.openxmlformats.org/drawingml/2006/main">
              <a:ext uri="{FF2B5EF4-FFF2-40B4-BE49-F238E27FC236}">
                <a16:creationId xmlns:a16="http://schemas.microsoft.com/office/drawing/2014/main" id="{AA48B4FD-C2B0-4162-ADE5-3717019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10">
            <a:extLst xmlns:a="http://schemas.openxmlformats.org/drawingml/2006/main">
              <a:ext uri="{FF2B5EF4-FFF2-40B4-BE49-F238E27FC236}">
                <a16:creationId xmlns:a16="http://schemas.microsoft.com/office/drawing/2014/main" id="{C8CCA65A-CB83-4B02-87FB-8640125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DDA78BC3-E7E9-4C2F-89CE-924DCB3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708FE758-B3AE-42D4-93A0-F1780D4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13">
            <a:extLst xmlns:a="http://schemas.openxmlformats.org/drawingml/2006/main">
              <a:ext uri="{FF2B5EF4-FFF2-40B4-BE49-F238E27FC236}">
                <a16:creationId xmlns:a16="http://schemas.microsoft.com/office/drawing/2014/main" id="{11047AF3-3646-4609-8840-D1F444B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E7B33502-0BC4-41F5-9DB4-E69A6FC6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C770FBB4-903F-437F-9683-A62487C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16">
            <a:extLst xmlns:a="http://schemas.openxmlformats.org/drawingml/2006/main">
              <a:ext uri="{FF2B5EF4-FFF2-40B4-BE49-F238E27FC236}">
                <a16:creationId xmlns:a16="http://schemas.microsoft.com/office/drawing/2014/main" id="{3E25945B-1DAE-4534-8415-1EC67FB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D6D3B1D5-0443-4F33-846D-9D6B69D5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1224A95D-D436-4877-89EF-85310F7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19">
            <a:extLst xmlns:a="http://schemas.openxmlformats.org/drawingml/2006/main">
              <a:ext uri="{FF2B5EF4-FFF2-40B4-BE49-F238E27FC236}">
                <a16:creationId xmlns:a16="http://schemas.microsoft.com/office/drawing/2014/main" id="{C9CD29EB-8EA0-4542-A422-DA89780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B9BD6D61-5978-497A-8F4D-8FF6A1CD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21">
            <a:extLst xmlns:a="http://schemas.openxmlformats.org/drawingml/2006/main">
              <a:ext uri="{FF2B5EF4-FFF2-40B4-BE49-F238E27FC236}">
                <a16:creationId xmlns:a16="http://schemas.microsoft.com/office/drawing/2014/main" id="{B9291366-ADC8-428D-B109-2E1BDC1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22">
            <a:extLst xmlns:a="http://schemas.openxmlformats.org/drawingml/2006/main">
              <a:ext uri="{FF2B5EF4-FFF2-40B4-BE49-F238E27FC236}">
                <a16:creationId xmlns:a16="http://schemas.microsoft.com/office/drawing/2014/main" id="{CD75C80C-E9FA-4A12-AF1A-F80E28C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23">
            <a:extLst xmlns:a="http://schemas.openxmlformats.org/drawingml/2006/main">
              <a:ext uri="{FF2B5EF4-FFF2-40B4-BE49-F238E27FC236}">
                <a16:creationId xmlns:a16="http://schemas.microsoft.com/office/drawing/2014/main" id="{9B2D2B51-CC49-4445-B5CF-3972028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821D9B6A-C3BE-4C4E-BD1B-77163C74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25">
            <a:extLst xmlns:a="http://schemas.openxmlformats.org/drawingml/2006/main">
              <a:ext uri="{FF2B5EF4-FFF2-40B4-BE49-F238E27FC236}">
                <a16:creationId xmlns:a16="http://schemas.microsoft.com/office/drawing/2014/main" id="{A39F7E63-A38A-475C-AF00-41FD4C45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1544143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6">
            <a:extLst xmlns:a="http://schemas.openxmlformats.org/drawingml/2006/main">
              <a:ext uri="{FF2B5EF4-FFF2-40B4-BE49-F238E27FC236}">
                <a16:creationId xmlns:a16="http://schemas.microsoft.com/office/drawing/2014/main" id="{7DAA6605-53D0-41B0-8CAC-932B6B63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27">
            <a:extLst xmlns:a="http://schemas.openxmlformats.org/drawingml/2006/main">
              <a:ext uri="{FF2B5EF4-FFF2-40B4-BE49-F238E27FC236}">
                <a16:creationId xmlns:a16="http://schemas.microsoft.com/office/drawing/2014/main" id="{768687F9-BC67-4A72-AE83-FC197F2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8">
            <a:extLst xmlns:a="http://schemas.openxmlformats.org/drawingml/2006/main">
              <a:ext uri="{FF2B5EF4-FFF2-40B4-BE49-F238E27FC236}">
                <a16:creationId xmlns:a16="http://schemas.microsoft.com/office/drawing/2014/main" id="{FA9A3D82-555D-45E9-8D7F-EE8BB01B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9">
            <a:extLst xmlns:a="http://schemas.openxmlformats.org/drawingml/2006/main">
              <a:ext uri="{FF2B5EF4-FFF2-40B4-BE49-F238E27FC236}">
                <a16:creationId xmlns:a16="http://schemas.microsoft.com/office/drawing/2014/main" id="{11420459-746C-45F4-9721-C373D2A8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981F75D2-3ABA-4706-9DA7-607C97AD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846155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31">
            <a:extLst xmlns:a="http://schemas.openxmlformats.org/drawingml/2006/main">
              <a:ext uri="{FF2B5EF4-FFF2-40B4-BE49-F238E27FC236}">
                <a16:creationId xmlns:a16="http://schemas.microsoft.com/office/drawing/2014/main" id="{1089FE17-4305-45A5-A369-8259267F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3A00FB0-1287-46F8-A28F-0D4AE6A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3">
            <a:extLst xmlns:a="http://schemas.openxmlformats.org/drawingml/2006/main">
              <a:ext uri="{FF2B5EF4-FFF2-40B4-BE49-F238E27FC236}">
                <a16:creationId xmlns:a16="http://schemas.microsoft.com/office/drawing/2014/main" id="{5591EAD0-EB86-49D5-BDA9-672EB94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34">
            <a:extLst xmlns:a="http://schemas.openxmlformats.org/drawingml/2006/main">
              <a:ext uri="{FF2B5EF4-FFF2-40B4-BE49-F238E27FC236}">
                <a16:creationId xmlns:a16="http://schemas.microsoft.com/office/drawing/2014/main" id="{43599A3D-7795-4063-94D7-3974FC9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35">
            <a:extLst xmlns:a="http://schemas.openxmlformats.org/drawingml/2006/main">
              <a:ext uri="{FF2B5EF4-FFF2-40B4-BE49-F238E27FC236}">
                <a16:creationId xmlns:a16="http://schemas.microsoft.com/office/drawing/2014/main" id="{3512CC00-DBF0-49DC-9038-C911C952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6">
            <a:extLst xmlns:a="http://schemas.openxmlformats.org/drawingml/2006/main">
              <a:ext uri="{FF2B5EF4-FFF2-40B4-BE49-F238E27FC236}">
                <a16:creationId xmlns:a16="http://schemas.microsoft.com/office/drawing/2014/main" id="{8A1DC900-C95E-4728-ADBC-FAB63A6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37">
            <a:extLst xmlns:a="http://schemas.openxmlformats.org/drawingml/2006/main">
              <a:ext uri="{FF2B5EF4-FFF2-40B4-BE49-F238E27FC236}">
                <a16:creationId xmlns:a16="http://schemas.microsoft.com/office/drawing/2014/main" id="{16AFA900-8857-479A-8296-30FFF908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38">
            <a:extLst xmlns:a="http://schemas.openxmlformats.org/drawingml/2006/main">
              <a:ext uri="{FF2B5EF4-FFF2-40B4-BE49-F238E27FC236}">
                <a16:creationId xmlns:a16="http://schemas.microsoft.com/office/drawing/2014/main" id="{86BE87A1-4EEB-45CD-AF76-2E414B12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9">
            <a:extLst xmlns:a="http://schemas.openxmlformats.org/drawingml/2006/main">
              <a:ext uri="{FF2B5EF4-FFF2-40B4-BE49-F238E27FC236}">
                <a16:creationId xmlns:a16="http://schemas.microsoft.com/office/drawing/2014/main" id="{7386B54D-0490-4CEE-8A75-83C21A1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40">
            <a:extLst xmlns:a="http://schemas.openxmlformats.org/drawingml/2006/main">
              <a:ext uri="{FF2B5EF4-FFF2-40B4-BE49-F238E27FC236}">
                <a16:creationId xmlns:a16="http://schemas.microsoft.com/office/drawing/2014/main" id="{794C9BCA-7B5A-475A-A662-D53DA19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41">
            <a:extLst xmlns:a="http://schemas.openxmlformats.org/drawingml/2006/main">
              <a:ext uri="{FF2B5EF4-FFF2-40B4-BE49-F238E27FC236}">
                <a16:creationId xmlns:a16="http://schemas.microsoft.com/office/drawing/2014/main" id="{A6AEB5A7-6C0B-43B7-8817-A06D2716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42">
            <a:extLst xmlns:a="http://schemas.openxmlformats.org/drawingml/2006/main">
              <a:ext uri="{FF2B5EF4-FFF2-40B4-BE49-F238E27FC236}">
                <a16:creationId xmlns:a16="http://schemas.microsoft.com/office/drawing/2014/main" id="{43541A0D-0404-4E80-8369-25D32C86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43">
            <a:extLst xmlns:a="http://schemas.openxmlformats.org/drawingml/2006/main">
              <a:ext uri="{FF2B5EF4-FFF2-40B4-BE49-F238E27FC236}">
                <a16:creationId xmlns:a16="http://schemas.microsoft.com/office/drawing/2014/main" id="{B379D1D4-996E-4812-A34B-A37E2815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44">
            <a:extLst xmlns:a="http://schemas.openxmlformats.org/drawingml/2006/main">
              <a:ext uri="{FF2B5EF4-FFF2-40B4-BE49-F238E27FC236}">
                <a16:creationId xmlns:a16="http://schemas.microsoft.com/office/drawing/2014/main" id="{51161B0E-878D-4FD8-95AF-0BB41B2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45">
            <a:extLst xmlns:a="http://schemas.openxmlformats.org/drawingml/2006/main">
              <a:ext uri="{FF2B5EF4-FFF2-40B4-BE49-F238E27FC236}">
                <a16:creationId xmlns:a16="http://schemas.microsoft.com/office/drawing/2014/main" id="{814012B2-077D-487D-8875-B460FD4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230148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46">
            <a:extLst xmlns:a="http://schemas.openxmlformats.org/drawingml/2006/main">
              <a:ext uri="{FF2B5EF4-FFF2-40B4-BE49-F238E27FC236}">
                <a16:creationId xmlns:a16="http://schemas.microsoft.com/office/drawing/2014/main" id="{D3EADB77-13B3-413C-8F40-AA69B1E1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47">
            <a:extLst xmlns:a="http://schemas.openxmlformats.org/drawingml/2006/main">
              <a:ext uri="{FF2B5EF4-FFF2-40B4-BE49-F238E27FC236}">
                <a16:creationId xmlns:a16="http://schemas.microsoft.com/office/drawing/2014/main" id="{BE284EE0-C864-4986-8E24-FEF0742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8">
            <a:extLst xmlns:a="http://schemas.openxmlformats.org/drawingml/2006/main">
              <a:ext uri="{FF2B5EF4-FFF2-40B4-BE49-F238E27FC236}">
                <a16:creationId xmlns:a16="http://schemas.microsoft.com/office/drawing/2014/main" id="{661FFE47-FCBE-435F-A77F-CC90DE1F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49">
            <a:extLst xmlns:a="http://schemas.openxmlformats.org/drawingml/2006/main">
              <a:ext uri="{FF2B5EF4-FFF2-40B4-BE49-F238E27FC236}">
                <a16:creationId xmlns:a16="http://schemas.microsoft.com/office/drawing/2014/main" id="{2A766E53-7E88-4225-87C4-FBF515C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0">
            <a:extLst xmlns:a="http://schemas.openxmlformats.org/drawingml/2006/main">
              <a:ext uri="{FF2B5EF4-FFF2-40B4-BE49-F238E27FC236}">
                <a16:creationId xmlns:a16="http://schemas.microsoft.com/office/drawing/2014/main" id="{9C820B0D-07CD-47B1-86F7-44C4F331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51">
            <a:extLst xmlns:a="http://schemas.openxmlformats.org/drawingml/2006/main">
              <a:ext uri="{FF2B5EF4-FFF2-40B4-BE49-F238E27FC236}">
                <a16:creationId xmlns:a16="http://schemas.microsoft.com/office/drawing/2014/main" id="{9B83FCC8-D548-4884-881B-70446F2C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52">
            <a:extLst xmlns:a="http://schemas.openxmlformats.org/drawingml/2006/main">
              <a:ext uri="{FF2B5EF4-FFF2-40B4-BE49-F238E27FC236}">
                <a16:creationId xmlns:a16="http://schemas.microsoft.com/office/drawing/2014/main" id="{9C9A1315-139C-4ED1-AF1C-23959EE3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53">
            <a:extLst xmlns:a="http://schemas.openxmlformats.org/drawingml/2006/main">
              <a:ext uri="{FF2B5EF4-FFF2-40B4-BE49-F238E27FC236}">
                <a16:creationId xmlns:a16="http://schemas.microsoft.com/office/drawing/2014/main" id="{79FB6247-888C-46DA-802E-FE0A9E12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54">
            <a:extLst xmlns:a="http://schemas.openxmlformats.org/drawingml/2006/main">
              <a:ext uri="{FF2B5EF4-FFF2-40B4-BE49-F238E27FC236}">
                <a16:creationId xmlns:a16="http://schemas.microsoft.com/office/drawing/2014/main" id="{66BE351A-E1E5-430D-A166-0A0F9B7E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55">
            <a:extLst xmlns:a="http://schemas.openxmlformats.org/drawingml/2006/main">
              <a:ext uri="{FF2B5EF4-FFF2-40B4-BE49-F238E27FC236}">
                <a16:creationId xmlns:a16="http://schemas.microsoft.com/office/drawing/2014/main" id="{74688F40-005E-4409-9910-764D6B0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6">
            <a:extLst xmlns:a="http://schemas.openxmlformats.org/drawingml/2006/main">
              <a:ext uri="{FF2B5EF4-FFF2-40B4-BE49-F238E27FC236}">
                <a16:creationId xmlns:a16="http://schemas.microsoft.com/office/drawing/2014/main" id="{E4D08640-3D8E-486C-9C60-38A4C7C5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57">
            <a:extLst xmlns:a="http://schemas.openxmlformats.org/drawingml/2006/main">
              <a:ext uri="{FF2B5EF4-FFF2-40B4-BE49-F238E27FC236}">
                <a16:creationId xmlns:a16="http://schemas.microsoft.com/office/drawing/2014/main" id="{557CA30C-ABEA-4B40-A2FB-A445C75B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1262463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8">
            <a:extLst xmlns:a="http://schemas.openxmlformats.org/drawingml/2006/main">
              <a:ext uri="{FF2B5EF4-FFF2-40B4-BE49-F238E27FC236}">
                <a16:creationId xmlns:a16="http://schemas.microsoft.com/office/drawing/2014/main" id="{C8A9F32C-41FF-4197-881A-B00A4C57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59">
            <a:extLst xmlns:a="http://schemas.openxmlformats.org/drawingml/2006/main">
              <a:ext uri="{FF2B5EF4-FFF2-40B4-BE49-F238E27FC236}">
                <a16:creationId xmlns:a16="http://schemas.microsoft.com/office/drawing/2014/main" id="{C28F41A2-DC38-4D87-A8C8-F54CE8B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073938E9-BB0F-458F-BBED-0B7F2E7D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CBF9FBD1-C59B-4E96-B305-A715CA7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62">
            <a:extLst xmlns:a="http://schemas.openxmlformats.org/drawingml/2006/main">
              <a:ext uri="{FF2B5EF4-FFF2-40B4-BE49-F238E27FC236}">
                <a16:creationId xmlns:a16="http://schemas.microsoft.com/office/drawing/2014/main" id="{0097C2AB-09EA-4204-8947-4F2DB2A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63">
            <a:extLst xmlns:a="http://schemas.openxmlformats.org/drawingml/2006/main">
              <a:ext uri="{FF2B5EF4-FFF2-40B4-BE49-F238E27FC236}">
                <a16:creationId xmlns:a16="http://schemas.microsoft.com/office/drawing/2014/main" id="{F63CA0ED-2DEF-46AC-B937-13C2A56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64">
            <a:extLst xmlns:a="http://schemas.openxmlformats.org/drawingml/2006/main">
              <a:ext uri="{FF2B5EF4-FFF2-40B4-BE49-F238E27FC236}">
                <a16:creationId xmlns:a16="http://schemas.microsoft.com/office/drawing/2014/main" id="{A12FEFEF-2221-4EB8-98D9-00C0A4B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475389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5">
            <a:extLst xmlns:a="http://schemas.openxmlformats.org/drawingml/2006/main">
              <a:ext uri="{FF2B5EF4-FFF2-40B4-BE49-F238E27FC236}">
                <a16:creationId xmlns:a16="http://schemas.microsoft.com/office/drawing/2014/main" id="{545D91E3-9AC2-4DAD-8FD2-C02C7DD3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66">
            <a:extLst xmlns:a="http://schemas.openxmlformats.org/drawingml/2006/main">
              <a:ext uri="{FF2B5EF4-FFF2-40B4-BE49-F238E27FC236}">
                <a16:creationId xmlns:a16="http://schemas.microsoft.com/office/drawing/2014/main" id="{60AB0ADE-78EF-4F02-918F-EEC9D4FE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7">
            <a:extLst xmlns:a="http://schemas.openxmlformats.org/drawingml/2006/main">
              <a:ext uri="{FF2B5EF4-FFF2-40B4-BE49-F238E27FC236}">
                <a16:creationId xmlns:a16="http://schemas.microsoft.com/office/drawing/2014/main" id="{14758FFA-CAD4-43BD-B4B9-84CC629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68">
            <a:extLst xmlns:a="http://schemas.openxmlformats.org/drawingml/2006/main">
              <a:ext uri="{FF2B5EF4-FFF2-40B4-BE49-F238E27FC236}">
                <a16:creationId xmlns:a16="http://schemas.microsoft.com/office/drawing/2014/main" id="{80006019-9FE5-4B4C-803C-4EC986C9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17622744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9">
            <a:extLst xmlns:a="http://schemas.openxmlformats.org/drawingml/2006/main">
              <a:ext uri="{FF2B5EF4-FFF2-40B4-BE49-F238E27FC236}">
                <a16:creationId xmlns:a16="http://schemas.microsoft.com/office/drawing/2014/main" id="{72F4877D-C25E-4593-871F-73D4ED0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70">
            <a:extLst xmlns:a="http://schemas.openxmlformats.org/drawingml/2006/main">
              <a:ext uri="{FF2B5EF4-FFF2-40B4-BE49-F238E27FC236}">
                <a16:creationId xmlns:a16="http://schemas.microsoft.com/office/drawing/2014/main" id="{677C9CF3-BF81-4FB8-AE89-1A19A22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1">
            <a:extLst xmlns:a="http://schemas.openxmlformats.org/drawingml/2006/main">
              <a:ext uri="{FF2B5EF4-FFF2-40B4-BE49-F238E27FC236}">
                <a16:creationId xmlns:a16="http://schemas.microsoft.com/office/drawing/2014/main" id="{D54FABF9-0D24-414B-BDCB-538AD08C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72">
            <a:extLst xmlns:a="http://schemas.openxmlformats.org/drawingml/2006/main">
              <a:ext uri="{FF2B5EF4-FFF2-40B4-BE49-F238E27FC236}">
                <a16:creationId xmlns:a16="http://schemas.microsoft.com/office/drawing/2014/main" id="{C09D11B5-58D9-492B-BE0D-B413B37F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3247125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3">
            <a:extLst xmlns:a="http://schemas.openxmlformats.org/drawingml/2006/main">
              <a:ext uri="{FF2B5EF4-FFF2-40B4-BE49-F238E27FC236}">
                <a16:creationId xmlns:a16="http://schemas.microsoft.com/office/drawing/2014/main" id="{33615D05-FDC6-466D-AB05-426A768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74">
            <a:extLst xmlns:a="http://schemas.openxmlformats.org/drawingml/2006/main">
              <a:ext uri="{FF2B5EF4-FFF2-40B4-BE49-F238E27FC236}">
                <a16:creationId xmlns:a16="http://schemas.microsoft.com/office/drawing/2014/main" id="{91525008-B9D3-449F-B753-BA3B38CD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3EFDE381-C671-4797-A223-9ABB9540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F46F3911-6408-460E-93BA-E8C5DF3B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A76314C2-7C9E-423E-A7DA-FECD02E9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D0C5C42C-6E1F-47A9-9B93-0C7CFFB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79">
            <a:extLst xmlns:a="http://schemas.openxmlformats.org/drawingml/2006/main">
              <a:ext uri="{FF2B5EF4-FFF2-40B4-BE49-F238E27FC236}">
                <a16:creationId xmlns:a16="http://schemas.microsoft.com/office/drawing/2014/main" id="{7D9764BE-CF1B-4083-BBB0-4A1BB4DD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80">
            <a:extLst xmlns:a="http://schemas.openxmlformats.org/drawingml/2006/main">
              <a:ext uri="{FF2B5EF4-FFF2-40B4-BE49-F238E27FC236}">
                <a16:creationId xmlns:a16="http://schemas.microsoft.com/office/drawing/2014/main" id="{5A17A0EF-C55F-493C-AC74-0200C03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6301378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4618A996-11CD-4775-AC91-F2702FCA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82">
            <a:extLst xmlns:a="http://schemas.openxmlformats.org/drawingml/2006/main">
              <a:ext uri="{FF2B5EF4-FFF2-40B4-BE49-F238E27FC236}">
                <a16:creationId xmlns:a16="http://schemas.microsoft.com/office/drawing/2014/main" id="{4106A794-B101-4757-83F2-C3C884C7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3">
            <a:extLst xmlns:a="http://schemas.openxmlformats.org/drawingml/2006/main">
              <a:ext uri="{FF2B5EF4-FFF2-40B4-BE49-F238E27FC236}">
                <a16:creationId xmlns:a16="http://schemas.microsoft.com/office/drawing/2014/main" id="{04A5B171-5777-491D-99A3-59DEE888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4">
            <a:extLst xmlns:a="http://schemas.openxmlformats.org/drawingml/2006/main">
              <a:ext uri="{FF2B5EF4-FFF2-40B4-BE49-F238E27FC236}">
                <a16:creationId xmlns:a16="http://schemas.microsoft.com/office/drawing/2014/main" id="{61797EF5-6926-4AFD-925E-F3A8C797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185">
            <a:extLst xmlns:a="http://schemas.openxmlformats.org/drawingml/2006/main">
              <a:ext uri="{FF2B5EF4-FFF2-40B4-BE49-F238E27FC236}">
                <a16:creationId xmlns:a16="http://schemas.microsoft.com/office/drawing/2014/main" id="{ACC8BA78-5DC3-4605-A9B0-D4559280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21131216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86">
            <a:extLst xmlns:a="http://schemas.openxmlformats.org/drawingml/2006/main">
              <a:ext uri="{FF2B5EF4-FFF2-40B4-BE49-F238E27FC236}">
                <a16:creationId xmlns:a16="http://schemas.microsoft.com/office/drawing/2014/main" id="{2FBD3642-1788-44B8-A5D2-719A734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187">
            <a:extLst xmlns:a="http://schemas.openxmlformats.org/drawingml/2006/main">
              <a:ext uri="{FF2B5EF4-FFF2-40B4-BE49-F238E27FC236}">
                <a16:creationId xmlns:a16="http://schemas.microsoft.com/office/drawing/2014/main" id="{25975457-84B7-43A6-A2E4-52DC0C06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8">
            <a:extLst xmlns:a="http://schemas.openxmlformats.org/drawingml/2006/main">
              <a:ext uri="{FF2B5EF4-FFF2-40B4-BE49-F238E27FC236}">
                <a16:creationId xmlns:a16="http://schemas.microsoft.com/office/drawing/2014/main" id="{26FA6CBB-84E8-4A92-AA29-B8E7A00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89">
            <a:extLst xmlns:a="http://schemas.openxmlformats.org/drawingml/2006/main">
              <a:ext uri="{FF2B5EF4-FFF2-40B4-BE49-F238E27FC236}">
                <a16:creationId xmlns:a16="http://schemas.microsoft.com/office/drawing/2014/main" id="{24325D05-F483-46F4-9270-51942CA3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190">
            <a:extLst xmlns:a="http://schemas.openxmlformats.org/drawingml/2006/main">
              <a:ext uri="{FF2B5EF4-FFF2-40B4-BE49-F238E27FC236}">
                <a16:creationId xmlns:a16="http://schemas.microsoft.com/office/drawing/2014/main" id="{4BFBF033-7D28-4FC3-A6A0-3607C497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91">
            <a:extLst xmlns:a="http://schemas.openxmlformats.org/drawingml/2006/main">
              <a:ext uri="{FF2B5EF4-FFF2-40B4-BE49-F238E27FC236}">
                <a16:creationId xmlns:a16="http://schemas.microsoft.com/office/drawing/2014/main" id="{E8CFE694-7F1F-4BB5-B69A-46B547D7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192">
            <a:extLst xmlns:a="http://schemas.openxmlformats.org/drawingml/2006/main">
              <a:ext uri="{FF2B5EF4-FFF2-40B4-BE49-F238E27FC236}">
                <a16:creationId xmlns:a16="http://schemas.microsoft.com/office/drawing/2014/main" id="{84519E37-A62D-4660-B548-45E7D45C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193">
            <a:extLst xmlns:a="http://schemas.openxmlformats.org/drawingml/2006/main">
              <a:ext uri="{FF2B5EF4-FFF2-40B4-BE49-F238E27FC236}">
                <a16:creationId xmlns:a16="http://schemas.microsoft.com/office/drawing/2014/main" id="{DD31A597-816B-4F52-A0B4-AEF50EBC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94">
            <a:extLst xmlns:a="http://schemas.openxmlformats.org/drawingml/2006/main">
              <a:ext uri="{FF2B5EF4-FFF2-40B4-BE49-F238E27FC236}">
                <a16:creationId xmlns:a16="http://schemas.microsoft.com/office/drawing/2014/main" id="{45DBDBA0-2A47-4C7C-9CFF-2026ADD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195">
            <a:extLst xmlns:a="http://schemas.openxmlformats.org/drawingml/2006/main">
              <a:ext uri="{FF2B5EF4-FFF2-40B4-BE49-F238E27FC236}">
                <a16:creationId xmlns:a16="http://schemas.microsoft.com/office/drawing/2014/main" id="{50E782C5-D779-4991-B7B8-A89A69D4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196">
            <a:extLst xmlns:a="http://schemas.openxmlformats.org/drawingml/2006/main">
              <a:ext uri="{FF2B5EF4-FFF2-40B4-BE49-F238E27FC236}">
                <a16:creationId xmlns:a16="http://schemas.microsoft.com/office/drawing/2014/main" id="{93C7CA13-F2AE-4D58-960F-33BF210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97">
            <a:extLst xmlns:a="http://schemas.openxmlformats.org/drawingml/2006/main">
              <a:ext uri="{FF2B5EF4-FFF2-40B4-BE49-F238E27FC236}">
                <a16:creationId xmlns:a16="http://schemas.microsoft.com/office/drawing/2014/main" id="{49A3A810-894B-49AC-9C76-58D9214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198">
            <a:extLst xmlns:a="http://schemas.openxmlformats.org/drawingml/2006/main">
              <a:ext uri="{FF2B5EF4-FFF2-40B4-BE49-F238E27FC236}">
                <a16:creationId xmlns:a16="http://schemas.microsoft.com/office/drawing/2014/main" id="{8522D403-AF83-4366-9A19-7E1B775A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99">
            <a:extLst xmlns:a="http://schemas.openxmlformats.org/drawingml/2006/main">
              <a:ext uri="{FF2B5EF4-FFF2-40B4-BE49-F238E27FC236}">
                <a16:creationId xmlns:a16="http://schemas.microsoft.com/office/drawing/2014/main" id="{2EB132D2-AB38-4720-BF02-2C21705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200">
            <a:extLst xmlns:a="http://schemas.openxmlformats.org/drawingml/2006/main">
              <a:ext uri="{FF2B5EF4-FFF2-40B4-BE49-F238E27FC236}">
                <a16:creationId xmlns:a16="http://schemas.microsoft.com/office/drawing/2014/main" id="{AC77CA11-693C-4DA6-BF96-677F0A8F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620026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2026-09-29T16:52:07.9890000Z</dcterms:created>
  <dcterms:modified xsi:type="dcterms:W3CDTF">2026-09-29T16:52:07.9900000Z</dcterms:modified>
</coreProperties>
</file>