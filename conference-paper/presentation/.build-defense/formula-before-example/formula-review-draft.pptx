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8d0f68e69f475f" /><Relationship Type="http://schemas.openxmlformats.org/officeDocument/2006/relationships/extended-properties" Target="/docProps/app.xml" Id="Ra3f0af65b6954fb4" /><Relationship Type="http://schemas.openxmlformats.org/officeDocument/2006/relationships/officeDocument" Target="/ppt/presentation.xml" Id="R780474a3433d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aae4fc3db4615"/>
  </p:sldMasterIdLst>
  <p:notesMasterIdLst>
    <p:notesMasterId xmlns:r="http://schemas.openxmlformats.org/officeDocument/2006/relationships" r:id="Rd8b09a977ba049a3"/>
  </p:notesMasterIdLst>
  <p:sldIdLst>
    <p:sldId xmlns:r="http://schemas.openxmlformats.org/officeDocument/2006/relationships" id="256" r:id="R1145973371c94cc1"/>
    <p:sldId xmlns:r="http://schemas.openxmlformats.org/officeDocument/2006/relationships" id="257" r:id="R67cd4ea9d96d411c"/>
    <p:sldId xmlns:r="http://schemas.openxmlformats.org/officeDocument/2006/relationships" id="258" r:id="R0e78c39c6fcc469c"/>
    <p:sldId xmlns:r="http://schemas.openxmlformats.org/officeDocument/2006/relationships" id="259" r:id="Red236ed1b0544cc4"/>
    <p:sldId xmlns:r="http://schemas.openxmlformats.org/officeDocument/2006/relationships" id="260" r:id="R11f407ba4e274a8e"/>
    <p:sldId xmlns:r="http://schemas.openxmlformats.org/officeDocument/2006/relationships" id="261" r:id="Rb7dc234acab444fa"/>
    <p:sldId xmlns:r="http://schemas.openxmlformats.org/officeDocument/2006/relationships" id="262" r:id="R68b388ebb9984a38"/>
    <p:sldId xmlns:r="http://schemas.openxmlformats.org/officeDocument/2006/relationships" id="263" r:id="Rc975ab89611a4e53"/>
    <p:sldId xmlns:r="http://schemas.openxmlformats.org/officeDocument/2006/relationships" id="264" r:id="R303276a13611420b"/>
    <p:sldId xmlns:r="http://schemas.openxmlformats.org/officeDocument/2006/relationships" id="265" r:id="Re32238be7a5a4d3e"/>
    <p:sldId xmlns:r="http://schemas.openxmlformats.org/officeDocument/2006/relationships" id="266" r:id="R867e8b8ef1d2434c"/>
    <p:sldId xmlns:r="http://schemas.openxmlformats.org/officeDocument/2006/relationships" id="267" r:id="Rf31dad5a82544377"/>
    <p:sldId xmlns:r="http://schemas.openxmlformats.org/officeDocument/2006/relationships" id="268" r:id="Rc666e3a935ba42fd"/>
    <p:sldId xmlns:r="http://schemas.openxmlformats.org/officeDocument/2006/relationships" id="269" r:id="Rb67fd08bcab64886"/>
    <p:sldId xmlns:r="http://schemas.openxmlformats.org/officeDocument/2006/relationships" id="270" r:id="R039c7dd764d74a0e"/>
    <p:sldId xmlns:r="http://schemas.openxmlformats.org/officeDocument/2006/relationships" id="271" r:id="Raa972643ef9c4205"/>
    <p:sldId xmlns:r="http://schemas.openxmlformats.org/officeDocument/2006/relationships" id="272" r:id="R2d8cd1eeafce43da"/>
    <p:sldId xmlns:r="http://schemas.openxmlformats.org/officeDocument/2006/relationships" id="273" r:id="R39ca9a38b2d64a83"/>
    <p:sldId xmlns:r="http://schemas.openxmlformats.org/officeDocument/2006/relationships" id="274" r:id="R09b7f8db4dc14163"/>
    <p:sldId xmlns:r="http://schemas.openxmlformats.org/officeDocument/2006/relationships" id="275" r:id="Rfa07846f77f94db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0510d967054c6d" /><Relationship Type="http://schemas.openxmlformats.org/officeDocument/2006/relationships/slideMaster" Target="/ppt/slideMasters/slideMaster1.xml" Id="R1f1aae4fc3db4615" /><Relationship Type="http://schemas.openxmlformats.org/officeDocument/2006/relationships/notesMaster" Target="/ppt/notesMasters/notesMaster1.xml" Id="Rd8b09a977ba049a3" /><Relationship Type="http://schemas.openxmlformats.org/officeDocument/2006/relationships/presProps" Target="/ppt/presProps.xml" Id="R7ee7a18dce1846af" /><Relationship Type="http://schemas.openxmlformats.org/officeDocument/2006/relationships/tableStyles" Target="/ppt/tableStyles.xml" Id="Re389b963589e4f33" /><Relationship Type="http://schemas.openxmlformats.org/officeDocument/2006/relationships/slide" Target="/ppt/slides/slide1.xml" Id="R1145973371c94cc1" /><Relationship Type="http://schemas.openxmlformats.org/officeDocument/2006/relationships/slide" Target="/ppt/slides/slide2.xml" Id="R67cd4ea9d96d411c" /><Relationship Type="http://schemas.openxmlformats.org/officeDocument/2006/relationships/slide" Target="/ppt/slides/slide3.xml" Id="R0e78c39c6fcc469c" /><Relationship Type="http://schemas.openxmlformats.org/officeDocument/2006/relationships/slide" Target="/ppt/slides/slide4.xml" Id="Red236ed1b0544cc4" /><Relationship Type="http://schemas.openxmlformats.org/officeDocument/2006/relationships/slide" Target="/ppt/slides/slide5.xml" Id="R11f407ba4e274a8e" /><Relationship Type="http://schemas.openxmlformats.org/officeDocument/2006/relationships/slide" Target="/ppt/slides/slide6.xml" Id="Rb7dc234acab444fa" /><Relationship Type="http://schemas.openxmlformats.org/officeDocument/2006/relationships/slide" Target="/ppt/slides/slide7.xml" Id="R68b388ebb9984a38" /><Relationship Type="http://schemas.openxmlformats.org/officeDocument/2006/relationships/slide" Target="/ppt/slides/slide8.xml" Id="Rc975ab89611a4e53" /><Relationship Type="http://schemas.openxmlformats.org/officeDocument/2006/relationships/slide" Target="/ppt/slides/slide9.xml" Id="R303276a13611420b" /><Relationship Type="http://schemas.openxmlformats.org/officeDocument/2006/relationships/slide" Target="/ppt/slides/slide10.xml" Id="Re32238be7a5a4d3e" /><Relationship Type="http://schemas.openxmlformats.org/officeDocument/2006/relationships/slide" Target="/ppt/slides/slide11.xml" Id="R867e8b8ef1d2434c" /><Relationship Type="http://schemas.openxmlformats.org/officeDocument/2006/relationships/slide" Target="/ppt/slides/slide12.xml" Id="Rf31dad5a82544377" /><Relationship Type="http://schemas.openxmlformats.org/officeDocument/2006/relationships/slide" Target="/ppt/slides/slide13.xml" Id="Rc666e3a935ba42fd" /><Relationship Type="http://schemas.openxmlformats.org/officeDocument/2006/relationships/slide" Target="/ppt/slides/slide14.xml" Id="Rb67fd08bcab64886" /><Relationship Type="http://schemas.openxmlformats.org/officeDocument/2006/relationships/slide" Target="/ppt/slides/slide15.xml" Id="R039c7dd764d74a0e" /><Relationship Type="http://schemas.openxmlformats.org/officeDocument/2006/relationships/slide" Target="/ppt/slides/slide16.xml" Id="Raa972643ef9c4205" /><Relationship Type="http://schemas.openxmlformats.org/officeDocument/2006/relationships/slide" Target="/ppt/slides/slide17.xml" Id="R2d8cd1eeafce43da" /><Relationship Type="http://schemas.openxmlformats.org/officeDocument/2006/relationships/slide" Target="/ppt/slides/slide18.xml" Id="R39ca9a38b2d64a83" /><Relationship Type="http://schemas.openxmlformats.org/officeDocument/2006/relationships/slide" Target="/ppt/slides/slide19.xml" Id="R09b7f8db4dc14163" /><Relationship Type="http://schemas.openxmlformats.org/officeDocument/2006/relationships/slide" Target="/ppt/slides/slide20.xml" Id="Rfa07846f77f9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1b238e4da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950825c834c33" /><Relationship Type="http://schemas.openxmlformats.org/officeDocument/2006/relationships/notesMaster" Target="/ppt/notesMasters/notesMaster1.xml" Id="R12f67c08603748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a1a2002e345de" /><Relationship Type="http://schemas.openxmlformats.org/officeDocument/2006/relationships/notesMaster" Target="/ppt/notesMasters/notesMaster1.xml" Id="R6ab68b8b13d74f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273ef5e494e86" /><Relationship Type="http://schemas.openxmlformats.org/officeDocument/2006/relationships/notesMaster" Target="/ppt/notesMasters/notesMaster1.xml" Id="Rbe61cb6e5bbc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ffbd108a84041" /><Relationship Type="http://schemas.openxmlformats.org/officeDocument/2006/relationships/notesMaster" Target="/ppt/notesMasters/notesMaster1.xml" Id="R684277f583b4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0f88a9d7994055" /><Relationship Type="http://schemas.openxmlformats.org/officeDocument/2006/relationships/notesMaster" Target="/ppt/notesMasters/notesMaster1.xml" Id="R6860ab07193f49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dedb3605404e16" /><Relationship Type="http://schemas.openxmlformats.org/officeDocument/2006/relationships/notesMaster" Target="/ppt/notesMasters/notesMaster1.xml" Id="Rb78ca836171d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8ed8bbdf442a3" /><Relationship Type="http://schemas.openxmlformats.org/officeDocument/2006/relationships/notesMaster" Target="/ppt/notesMasters/notesMaster1.xml" Id="R2b353f7e6ba046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0c5ddaf4c44655" /><Relationship Type="http://schemas.openxmlformats.org/officeDocument/2006/relationships/notesMaster" Target="/ppt/notesMasters/notesMaster1.xml" Id="R141a82539cab4a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52ee925248486c" /><Relationship Type="http://schemas.openxmlformats.org/officeDocument/2006/relationships/notesMaster" Target="/ppt/notesMasters/notesMaster1.xml" Id="R738a36957ea1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64dd235c244b2" /><Relationship Type="http://schemas.openxmlformats.org/officeDocument/2006/relationships/notesMaster" Target="/ppt/notesMasters/notesMaster1.xml" Id="R2780b9bfa9c74f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56eed2921148a8" /><Relationship Type="http://schemas.openxmlformats.org/officeDocument/2006/relationships/notesMaster" Target="/ppt/notesMasters/notesMaster1.xml" Id="R314cd01643de48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ebd18b2b454008" /><Relationship Type="http://schemas.openxmlformats.org/officeDocument/2006/relationships/notesMaster" Target="/ppt/notesMasters/notesMaster1.xml" Id="R45d7a590392e46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7637a3ab444025" /><Relationship Type="http://schemas.openxmlformats.org/officeDocument/2006/relationships/notesMaster" Target="/ppt/notesMasters/notesMaster1.xml" Id="R0c27550f53574c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57000702534e8f" /><Relationship Type="http://schemas.openxmlformats.org/officeDocument/2006/relationships/notesMaster" Target="/ppt/notesMasters/notesMaster1.xml" Id="R15dd4495a93241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0d5168faee4834" /><Relationship Type="http://schemas.openxmlformats.org/officeDocument/2006/relationships/notesMaster" Target="/ppt/notesMasters/notesMaster1.xml" Id="R81237ae95f0341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74a62986a040a1" /><Relationship Type="http://schemas.openxmlformats.org/officeDocument/2006/relationships/notesMaster" Target="/ppt/notesMasters/notesMaster1.xml" Id="R77f1c99b55cd49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f3ef8bc2b94315" /><Relationship Type="http://schemas.openxmlformats.org/officeDocument/2006/relationships/notesMaster" Target="/ppt/notesMasters/notesMaster1.xml" Id="Ra3efe1ce36d543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649ce460214213" /><Relationship Type="http://schemas.openxmlformats.org/officeDocument/2006/relationships/notesMaster" Target="/ppt/notesMasters/notesMaster1.xml" Id="Rd7b7da0f96154b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6104174d3a4da2" /><Relationship Type="http://schemas.openxmlformats.org/officeDocument/2006/relationships/notesMaster" Target="/ppt/notesMasters/notesMaster1.xml" Id="R095499fb6ede4a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8d9e342fb94632" /><Relationship Type="http://schemas.openxmlformats.org/officeDocument/2006/relationships/notesMaster" Target="/ppt/notesMasters/notesMaster1.xml" Id="R899c4d7e4211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第三页直接介绍两个互补验证步骤。第一步，加入检查：用同样的训练配置，比较某个特征组合S以及加入i后的组合，看是否由达标变成不达标。这说明i对该组合有害，不等于它对全部特征或所有情境都天然有害。第二步，删除验证：从当前完整分析输入集合D提出删除候选，在独立数据上检验缩小模型之后的预测损失、压缩程度和总成本，判断整体是否值得。这一步属于计划中的删除决策实验。两步可以概括为先发现问题，再验证行动是否有价值。它们不是随机A与引导B那两个搜索算法，A/B只是第一步寻找上下文的不同方式。整个过程保持监督分类或回归任务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 and §7</a:t>
            </a:r>
          </a:p>
          <a:p xmlns:a="http://schemas.openxmlformats.org/drawingml/2006/main">
            <a:r>
              <a:t>C:/work/学校/A.SPBU/paper/ZhaoCHI/Paper/Master-mr2/MAJOR_REVISION_PROTOCOL.md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按四行讲清公式。先定义D是本次分析的完整输入集合，S是其中一个不包含目标变量i的输入子集，这里的i是待检查的输入特征，不是预测标签y。U(S)表示用S训练模型后的验证集表现，分数越高越好。第一行，完整输入得分U(D)乘上比例alpha得到门槛q，默认alpha是0.95。第二行把连续分数转成是否达标：方括号中的条件成立取1，否则取0。第三行比较加入i前后两个达标状态，变化为负一表示从达标变为不达标。第四行MinPPI在所有不含i的子集上取最小变化，所以只要发现一次负一，精确MinPPI就是负一。找不到负一不等于已证明安全，因为有限采样可能漏掉上下文。所有比较固定数据划分、预处理、学习器、随机性、效用和门槛，要求U(D)&gt;0且分数有限。下一页直接把0.90、0.95、0.87和0.84代入，不再引入新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Utility-Threshold Voting Game and Min-Marginal Power Indices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b46bc893a47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92a2e4d814798" /><Relationship Type="http://schemas.openxmlformats.org/officeDocument/2006/relationships/slideLayout" Target="/ppt/slideLayouts/slideLayout1.xml" Id="R835c6c1ff8fe4f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c6c1ff8fe4f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10ff8809643d5" /><Relationship Type="http://schemas.openxmlformats.org/officeDocument/2006/relationships/notesSlide" Target="/ppt/notesSlides/notesSlide1.xml" Id="Ra3b1febdfa6c47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bcbb12e74352" /><Relationship Type="http://schemas.openxmlformats.org/officeDocument/2006/relationships/notesSlide" Target="/ppt/notesSlides/notesSlide2.xml" Id="Rb2c7e4a2d0a0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4b80af5b54a51" /><Relationship Type="http://schemas.openxmlformats.org/officeDocument/2006/relationships/notesSlide" Target="/ppt/notesSlides/notesSlide3.xml" Id="R444ed21d52cc42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364aba5145c9" /><Relationship Type="http://schemas.openxmlformats.org/officeDocument/2006/relationships/notesSlide" Target="/ppt/notesSlides/notesSlide4.xml" Id="R4cef66a6f542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b5d178f0a4cae" /><Relationship Type="http://schemas.openxmlformats.org/officeDocument/2006/relationships/notesSlide" Target="/ppt/notesSlides/notesSlide5.xml" Id="Rd872c4f0c71148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1cb1c3ef44711" /><Relationship Type="http://schemas.openxmlformats.org/officeDocument/2006/relationships/notesSlide" Target="/ppt/notesSlides/notesSlide6.xml" Id="Rd7003c3dac2843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7430e83964dcd" /><Relationship Type="http://schemas.openxmlformats.org/officeDocument/2006/relationships/notesSlide" Target="/ppt/notesSlides/notesSlide7.xml" Id="R34590a69fbfb45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3e26533904d2f" /><Relationship Type="http://schemas.openxmlformats.org/officeDocument/2006/relationships/notesSlide" Target="/ppt/notesSlides/notesSlide8.xml" Id="R3b0b034f4be447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d9c6d0f45499f" /><Relationship Type="http://schemas.openxmlformats.org/officeDocument/2006/relationships/notesSlide" Target="/ppt/notesSlides/notesSlide9.xml" Id="R7d817b056f0f4d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174daf4f403e" /><Relationship Type="http://schemas.openxmlformats.org/officeDocument/2006/relationships/notesSlide" Target="/ppt/notesSlides/notesSlide10.xml" Id="R5e05da0048c245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251c144d9497c" /><Relationship Type="http://schemas.openxmlformats.org/officeDocument/2006/relationships/notesSlide" Target="/ppt/notesSlides/notesSlide11.xml" Id="R37a73c6b11d9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8541580f34863" /><Relationship Type="http://schemas.openxmlformats.org/officeDocument/2006/relationships/notesSlide" Target="/ppt/notesSlides/notesSlide12.xml" Id="Ra2e14176b4254b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53248c86b4b54" /><Relationship Type="http://schemas.openxmlformats.org/officeDocument/2006/relationships/notesSlide" Target="/ppt/notesSlides/notesSlide13.xml" Id="R9a40ace136724e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f84417e74d07" /><Relationship Type="http://schemas.openxmlformats.org/officeDocument/2006/relationships/notesSlide" Target="/ppt/notesSlides/notesSlide14.xml" Id="R75e19b2f217e46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e906be9c44660" /><Relationship Type="http://schemas.openxmlformats.org/officeDocument/2006/relationships/notesSlide" Target="/ppt/notesSlides/notesSlide15.xml" Id="R820d6d6f8b244f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f96552064ae8" /><Relationship Type="http://schemas.openxmlformats.org/officeDocument/2006/relationships/notesSlide" Target="/ppt/notesSlides/notesSlide16.xml" Id="Rb009f13a572d42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269763994993" /><Relationship Type="http://schemas.openxmlformats.org/officeDocument/2006/relationships/notesSlide" Target="/ppt/notesSlides/notesSlide17.xml" Id="R984293ed4dfe40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02d1b1260437f" /><Relationship Type="http://schemas.openxmlformats.org/officeDocument/2006/relationships/notesSlide" Target="/ppt/notesSlides/notesSlide18.xml" Id="Rb37fd251bc8743b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54cb20a274524" /><Relationship Type="http://schemas.openxmlformats.org/officeDocument/2006/relationships/notesSlide" Target="/ppt/notesSlides/notesSlide19.xml" Id="Rf2c9e9cd45484c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6e7fbfda4c59" /><Relationship Type="http://schemas.openxmlformats.org/officeDocument/2006/relationships/notesSlide" Target="/ppt/notesSlides/notesSlide20.xml" Id="Rd501086fce1a48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8DEE81D1-7A25-45D5-94A6-2FD9903A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F1E9D15-DC7C-43CB-B6CC-432AD0E3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D7EE826-CF2F-4010-B885-2CDF488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71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BCBFA90-D09E-4E15-9A60-792C99DD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When can an extra feature make a model worse?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EE1C73D5-BC7B-4AF3-BFE3-8906718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031D77D-35E2-4214-BE72-E82B08C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DC5FC30-6743-41CE-B5DA-0B77DC7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C75FCCB-0F86-4B0D-8AFA-F4BBDBDB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791835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15B0587E-7385-4E5D-9F18-1C2AF347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F5B0574F-23E9-4E72-BAB1-EA7011CE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D711FEDB-EC14-4FD9-A413-60AC838B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6B82C76E-3B7F-4D9F-B452-AB1A36D2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29F14F38-5C54-42AA-8EB1-764AC7D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8A551A37-C179-4FEB-8A3E-B8F68DE6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7677D0E0-6941-4E76-9F6D-5AE05B8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77ACECAB-9448-4EDD-81A2-AF510F4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03EBF0B3-3494-4472-A13D-FD0784E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9CE40387-461B-46DF-B09D-CE23485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009F3981-BE90-48F5-90A8-8E7B2F5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CCAC97E4-1548-4C0B-BE04-451254D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3AB8C247-FE2E-4308-B375-4921637B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1373C877-25AB-4055-BC57-295BB5BD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60ED2791-B5D5-4F2E-A7BA-4EDDA95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988C8FDA-45A3-4AE8-92EB-A61C4FF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206306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FE8A35C5-7B42-484D-9F8A-129F281D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checks: addition and removal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C77C29F5-37B3-4312-B370-F432EE27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D89127C8-79C0-4E08-8715-58DBD1A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DB50D1D8-6589-4156-BFEA-09A5FE36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First find a harmful context.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removal helps.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BEE6B3CA-CF4C-40CA-A327-6620CF42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8900"/>
            <a:ext cx="654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1. Addition check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7BAA72EC-E0F8-47AE-AD40-D8EDB130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98900"/>
            <a:ext cx="622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Removal check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F1E5DB99-B64C-43B3-BAC2-12617C46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5500"/>
            <a:ext cx="65405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 with S plus input i.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8A9D7FC6-9A8E-43D4-947B-2F223DF4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35500"/>
            <a:ext cx="622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full inputs with a reduced set.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95EA354F-7BF4-4F34-A15A-39E2F46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540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Does adding i make this feature group fall below the performance requirement?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76813C55-8D32-4AF5-8AB7-D2112E1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600700"/>
            <a:ext cx="6223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On independent data, does removal give a useful smaller model? Check prediction loss and total cost.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34AF2DC1-6794-44D0-9618-99CB735D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7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9D1F849B-E337-4215-9E79-CC763F5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565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Local harm motivates a removal test. Deletion benefit needs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337427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7">
            <a:extLst xmlns:a="http://schemas.openxmlformats.org/drawingml/2006/main">
              <a:ext uri="{FF2B5EF4-FFF2-40B4-BE49-F238E27FC236}">
                <a16:creationId xmlns:a16="http://schemas.microsoft.com/office/drawing/2014/main" id="{3DCD8F1B-18F8-4A79-90A8-1ABBC74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formulas behind the addition check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7BA9E7CD-B7D7-47C0-9E64-8AB786B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C4CBEFB4-8D34-403A-9DCE-5CA9380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644CE65A-B8ED-497B-9719-C97A485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D: full input set. S: selected inputs without i. i: the input to add.</a:t>
            </a:r>
          </a:p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U(S): validation score after training on S. Higher is better.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6495135F-BC5B-4973-A75A-3FF3F320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22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q = α U(D)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2AD6AD64-D530-4497-8193-FC8E7278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0480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Set the minimum acceptable score.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 of the full-set score.</a:t>
            </a:r>
          </a:p>
        </p:txBody>
      </p:sp>
      <p:sp>
        <p:nvSpPr>
          <p:cNvPr id="7" name="rule-43">
            <a:extLst xmlns:a="http://schemas.openxmlformats.org/drawingml/2006/main">
              <a:ext uri="{FF2B5EF4-FFF2-40B4-BE49-F238E27FC236}">
                <a16:creationId xmlns:a16="http://schemas.microsoft.com/office/drawing/2014/main" id="{D4FF245B-740D-4A01-8486-4EACE2E2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5A2A0E8E-6BE0-4BC3-BAC1-F1C100D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3700"/>
            <a:ext cx="65405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vα(S) = 1[U(S) ≥ q]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979F6264-3155-4B5F-A3F7-A81B064C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41275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1 means the score meets the requirement.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 means it falls below the requirement.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1264ADC8-1E59-4344-B6F3-916FFD0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6604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Δᵢ(S) = vα(S ∪ {i}) − vα(S)</a:t>
            </a:r>
          </a:p>
        </p:txBody>
      </p:sp>
      <p:sp>
        <p:nvSpPr>
          <p:cNvPr id="11" name="text-47">
            <a:extLst xmlns:a="http://schemas.openxmlformats.org/drawingml/2006/main">
              <a:ext uri="{FF2B5EF4-FFF2-40B4-BE49-F238E27FC236}">
                <a16:creationId xmlns:a16="http://schemas.microsoft.com/office/drawing/2014/main" id="{D158C3F1-D4AC-4A7D-8A22-CA7B54B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5143500"/>
            <a:ext cx="6794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the change after adding i.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 means a change from pass to fail.</a:t>
            </a:r>
          </a:p>
        </p:txBody>
      </p:sp>
      <p:sp>
        <p:nvSpPr>
          <p:cNvPr id="12" name="text-48">
            <a:extLst xmlns:a="http://schemas.openxmlformats.org/drawingml/2006/main">
              <a:ext uri="{FF2B5EF4-FFF2-40B4-BE49-F238E27FC236}">
                <a16:creationId xmlns:a16="http://schemas.microsoft.com/office/drawing/2014/main" id="{38340DB7-278D-4D52-B75D-FC4944C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6604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minₛ Δᵢ(S)</a:t>
            </a:r>
          </a:p>
        </p:txBody>
      </p:sp>
      <p:sp>
        <p:nvSpPr>
          <p:cNvPr id="13" name="text-49">
            <a:extLst xmlns:a="http://schemas.openxmlformats.org/drawingml/2006/main">
              <a:ext uri="{FF2B5EF4-FFF2-40B4-BE49-F238E27FC236}">
                <a16:creationId xmlns:a16="http://schemas.microsoft.com/office/drawing/2014/main" id="{F4D9A372-C63F-495B-BA1E-65D6D3A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6235700"/>
            <a:ext cx="679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takes the minimum over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all input groups S without i.</a:t>
            </a:r>
          </a:p>
        </p:txBody>
      </p:sp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6A8B6687-0C87-4A7E-BD32-EF4DF8D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−1 means at least one harmful context exists under the fixed task conditions.</a:t>
            </a:r>
          </a:p>
        </p:txBody>
      </p:sp>
    </p:spTree>
    <p:extLst>
      <p:ext uri="{BB962C8B-B14F-4D97-AF65-F5344CB8AC3E}">
        <p14:creationId xmlns:p14="http://schemas.microsoft.com/office/powerpoint/2010/main" val="2122344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1">
            <a:extLst xmlns:a="http://schemas.openxmlformats.org/drawingml/2006/main">
              <a:ext uri="{FF2B5EF4-FFF2-40B4-BE49-F238E27FC236}">
                <a16:creationId xmlns:a16="http://schemas.microsoft.com/office/drawing/2014/main" id="{712ADC79-8E59-41D7-B667-4287EE3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1688C57F-F7F7-4FDB-9F3E-6B12AC01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04E249C8-269D-4633-A9AF-7F54FBD6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A41060CA-15B0-4192-B180-0BF3D6F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only: full-set score 0.90 × α 0.95 = threshold 0.855</a:t>
            </a:r>
          </a:p>
        </p:txBody>
      </p:sp>
      <p:sp>
        <p:nvSpPr>
          <p:cNvPr id="5" name="stage-55">
            <a:extLst xmlns:a="http://schemas.openxmlformats.org/drawingml/2006/main">
              <a:ext uri="{FF2B5EF4-FFF2-40B4-BE49-F238E27FC236}">
                <a16:creationId xmlns:a16="http://schemas.microsoft.com/office/drawing/2014/main" id="{DCEB8830-1619-4D55-ACA0-FE2A50AC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B8E03663-CEE2-4508-BA13-35E78ED7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B0B04166-967B-40DB-8AA5-520F3AD8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58">
            <a:extLst xmlns:a="http://schemas.openxmlformats.org/drawingml/2006/main">
              <a:ext uri="{FF2B5EF4-FFF2-40B4-BE49-F238E27FC236}">
                <a16:creationId xmlns:a16="http://schemas.microsoft.com/office/drawing/2014/main" id="{57B7395C-FC43-495F-B5D4-DF42A61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58E8EFFF-9E44-4288-8F76-74346C0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6896C599-D5DC-413D-90B3-D26C22B2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E1BD4F4F-B436-4B98-B992-B937AC9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EAA530F9-BD10-4DBF-A304-0B53ACDD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62003862-84B2-48CB-ADDC-D08380F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Here Δᵢ(S) = 0 − 1 = −1: a harmful witness that another person can check.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FC714F51-1729-40E2-A1DF-F39FEFC1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1886646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65">
            <a:extLst xmlns:a="http://schemas.openxmlformats.org/drawingml/2006/main">
              <a:ext uri="{FF2B5EF4-FFF2-40B4-BE49-F238E27FC236}">
                <a16:creationId xmlns:a16="http://schemas.microsoft.com/office/drawing/2014/main" id="{4D765F88-1EDD-47FA-BD0D-B11D37FB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66">
            <a:extLst xmlns:a="http://schemas.openxmlformats.org/drawingml/2006/main">
              <a:ext uri="{FF2B5EF4-FFF2-40B4-BE49-F238E27FC236}">
                <a16:creationId xmlns:a16="http://schemas.microsoft.com/office/drawing/2014/main" id="{9FDC8A63-C899-4DC3-A2F5-352DC25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EAFE33D8-5519-448D-928D-FCAF297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66293965-FAF1-4C85-8CFD-5338A71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69">
            <a:extLst xmlns:a="http://schemas.openxmlformats.org/drawingml/2006/main">
              <a:ext uri="{FF2B5EF4-FFF2-40B4-BE49-F238E27FC236}">
                <a16:creationId xmlns:a16="http://schemas.microsoft.com/office/drawing/2014/main" id="{80A10207-DADF-4906-AB79-E84574C5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A22E9A3B-A679-44BE-88DC-F8706A01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9D26BDE5-641C-4B20-A150-A924323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72">
            <a:extLst xmlns:a="http://schemas.openxmlformats.org/drawingml/2006/main">
              <a:ext uri="{FF2B5EF4-FFF2-40B4-BE49-F238E27FC236}">
                <a16:creationId xmlns:a16="http://schemas.microsoft.com/office/drawing/2014/main" id="{A567E43A-D056-4939-A4EA-7A571FEC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E667FC9A-738E-482E-A21D-B7D5FEEE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78943637-A84C-4347-870B-E455DE07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75">
            <a:extLst xmlns:a="http://schemas.openxmlformats.org/drawingml/2006/main">
              <a:ext uri="{FF2B5EF4-FFF2-40B4-BE49-F238E27FC236}">
                <a16:creationId xmlns:a16="http://schemas.microsoft.com/office/drawing/2014/main" id="{2CB8F67F-2672-420A-BB4C-D0AAAF73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AE4A3A90-B2F7-45A7-A315-D5193138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D515A41E-CD37-4348-8B98-E1A6D0C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8846C94D-4829-451F-A778-CC6C992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79">
            <a:extLst xmlns:a="http://schemas.openxmlformats.org/drawingml/2006/main">
              <a:ext uri="{FF2B5EF4-FFF2-40B4-BE49-F238E27FC236}">
                <a16:creationId xmlns:a16="http://schemas.microsoft.com/office/drawing/2014/main" id="{ECEE7541-67DD-40CB-96F3-D1ED4C1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D861F036-305D-4949-A27B-78C9A41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81">
            <a:extLst xmlns:a="http://schemas.openxmlformats.org/drawingml/2006/main">
              <a:ext uri="{FF2B5EF4-FFF2-40B4-BE49-F238E27FC236}">
                <a16:creationId xmlns:a16="http://schemas.microsoft.com/office/drawing/2014/main" id="{9CAE4BB2-B04C-4D2D-B0C4-1B23C4DB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82">
            <a:extLst xmlns:a="http://schemas.openxmlformats.org/drawingml/2006/main">
              <a:ext uri="{FF2B5EF4-FFF2-40B4-BE49-F238E27FC236}">
                <a16:creationId xmlns:a16="http://schemas.microsoft.com/office/drawing/2014/main" id="{A6A0B471-46C6-4ECB-A18B-F921FC9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83">
            <a:extLst xmlns:a="http://schemas.openxmlformats.org/drawingml/2006/main">
              <a:ext uri="{FF2B5EF4-FFF2-40B4-BE49-F238E27FC236}">
                <a16:creationId xmlns:a16="http://schemas.microsoft.com/office/drawing/2014/main" id="{5A645CC5-C9F4-470C-A0F7-DC99DBD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84">
            <a:extLst xmlns:a="http://schemas.openxmlformats.org/drawingml/2006/main">
              <a:ext uri="{FF2B5EF4-FFF2-40B4-BE49-F238E27FC236}">
                <a16:creationId xmlns:a16="http://schemas.microsoft.com/office/drawing/2014/main" id="{E4271327-304C-4E0E-B03F-9522FC2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85">
            <a:extLst xmlns:a="http://schemas.openxmlformats.org/drawingml/2006/main">
              <a:ext uri="{FF2B5EF4-FFF2-40B4-BE49-F238E27FC236}">
                <a16:creationId xmlns:a16="http://schemas.microsoft.com/office/drawing/2014/main" id="{B0B8DFE6-A7AB-45C8-976F-A39041F9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86">
            <a:extLst xmlns:a="http://schemas.openxmlformats.org/drawingml/2006/main">
              <a:ext uri="{FF2B5EF4-FFF2-40B4-BE49-F238E27FC236}">
                <a16:creationId xmlns:a16="http://schemas.microsoft.com/office/drawing/2014/main" id="{CFD7D5B1-D5EE-4209-AE9E-20031C42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87">
            <a:extLst xmlns:a="http://schemas.openxmlformats.org/drawingml/2006/main">
              <a:ext uri="{FF2B5EF4-FFF2-40B4-BE49-F238E27FC236}">
                <a16:creationId xmlns:a16="http://schemas.microsoft.com/office/drawing/2014/main" id="{FFCDF097-0721-4974-A0E6-4825DFEE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88">
            <a:extLst xmlns:a="http://schemas.openxmlformats.org/drawingml/2006/main">
              <a:ext uri="{FF2B5EF4-FFF2-40B4-BE49-F238E27FC236}">
                <a16:creationId xmlns:a16="http://schemas.microsoft.com/office/drawing/2014/main" id="{DCF3301E-785A-4568-9E12-38C38978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89">
            <a:extLst xmlns:a="http://schemas.openxmlformats.org/drawingml/2006/main">
              <a:ext uri="{FF2B5EF4-FFF2-40B4-BE49-F238E27FC236}">
                <a16:creationId xmlns:a16="http://schemas.microsoft.com/office/drawing/2014/main" id="{CAA9EFD8-418E-4280-B836-D7364CF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89491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3180AD3D-A0BD-43D8-B2A1-85F0C896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112B7982-E9B8-4C67-9DA0-25CDE72A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EC4871CA-EC9A-487A-A8B3-8543AB7A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536CECE1-5516-4B74-8C2F-E628A63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EDC787A2-7F6C-4E4D-A07C-C2507EA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8BC09EFE-B7B0-4E2A-94E6-3611B95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215152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EE4D3FED-8758-43E8-A414-F34F9037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97">
            <a:extLst xmlns:a="http://schemas.openxmlformats.org/drawingml/2006/main">
              <a:ext uri="{FF2B5EF4-FFF2-40B4-BE49-F238E27FC236}">
                <a16:creationId xmlns:a16="http://schemas.microsoft.com/office/drawing/2014/main" id="{FA70044A-005C-40FE-AA5C-30EF964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870B87A8-FE4A-4818-BC33-1A23045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443E2120-055E-4621-9371-5F9E98E3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61E1E810-0CA0-46A8-B9C2-560F4BFA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7298E137-0D7E-488D-94BB-4FA5D1CF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67376D2B-CB7B-422D-8C93-A67D8111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1B95ABC4-2309-4925-ABE3-28AA84F9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104">
            <a:extLst xmlns:a="http://schemas.openxmlformats.org/drawingml/2006/main">
              <a:ext uri="{FF2B5EF4-FFF2-40B4-BE49-F238E27FC236}">
                <a16:creationId xmlns:a16="http://schemas.microsoft.com/office/drawing/2014/main" id="{DD6C1F34-65CC-4C41-A088-2C2BC682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857C6C24-0113-469B-A3C2-C9222F8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ED7FD696-FACC-454B-948A-81D72D4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162928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5719A5B3-53FA-4A6F-A852-1A7937A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108">
            <a:extLst xmlns:a="http://schemas.openxmlformats.org/drawingml/2006/main">
              <a:ext uri="{FF2B5EF4-FFF2-40B4-BE49-F238E27FC236}">
                <a16:creationId xmlns:a16="http://schemas.microsoft.com/office/drawing/2014/main" id="{FC8C7BC9-C4E3-44D0-A01A-7031100A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7B46DEBA-012D-446D-969C-5727A555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9BAFE742-3EC7-4003-A4C4-8299580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C5E3E90D-7A46-43C4-A004-D14C613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1AEB5E36-FC14-45B3-8A9B-05F443E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244657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70C0E7E3-CD80-41C5-A5DA-19C2303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C1194A15-164F-44EA-AE75-D9E532A5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5A3DECF3-7AF6-48CD-8412-2DC45C7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C7A35C2B-7467-47C3-9C6B-843AFF9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17">
            <a:extLst xmlns:a="http://schemas.openxmlformats.org/drawingml/2006/main">
              <a:ext uri="{FF2B5EF4-FFF2-40B4-BE49-F238E27FC236}">
                <a16:creationId xmlns:a16="http://schemas.microsoft.com/office/drawing/2014/main" id="{AF367786-8F39-48B2-8A57-04EA447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18">
            <a:extLst xmlns:a="http://schemas.openxmlformats.org/drawingml/2006/main">
              <a:ext uri="{FF2B5EF4-FFF2-40B4-BE49-F238E27FC236}">
                <a16:creationId xmlns:a16="http://schemas.microsoft.com/office/drawing/2014/main" id="{055C50CB-28EF-4D1D-8B97-11B4C7A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19">
            <a:extLst xmlns:a="http://schemas.openxmlformats.org/drawingml/2006/main">
              <a:ext uri="{FF2B5EF4-FFF2-40B4-BE49-F238E27FC236}">
                <a16:creationId xmlns:a16="http://schemas.microsoft.com/office/drawing/2014/main" id="{CE066FB0-F688-4E00-AB48-3C3BD81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606CA528-C553-437C-8C16-453870B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36A0FC4A-3F1E-4C7B-897B-D177598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22">
            <a:extLst xmlns:a="http://schemas.openxmlformats.org/drawingml/2006/main">
              <a:ext uri="{FF2B5EF4-FFF2-40B4-BE49-F238E27FC236}">
                <a16:creationId xmlns:a16="http://schemas.microsoft.com/office/drawing/2014/main" id="{B99E4541-E42B-4BD2-B723-80FD014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4F469F83-443A-4FEA-9FD4-16214F31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24">
            <a:extLst xmlns:a="http://schemas.openxmlformats.org/drawingml/2006/main">
              <a:ext uri="{FF2B5EF4-FFF2-40B4-BE49-F238E27FC236}">
                <a16:creationId xmlns:a16="http://schemas.microsoft.com/office/drawing/2014/main" id="{8C247C1B-BE06-40AE-AD3B-1250B64D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825951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5">
            <a:extLst xmlns:a="http://schemas.openxmlformats.org/drawingml/2006/main">
              <a:ext uri="{FF2B5EF4-FFF2-40B4-BE49-F238E27FC236}">
                <a16:creationId xmlns:a16="http://schemas.microsoft.com/office/drawing/2014/main" id="{F1A5C5F3-1121-499C-89DD-B80FAD69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26">
            <a:extLst xmlns:a="http://schemas.openxmlformats.org/drawingml/2006/main">
              <a:ext uri="{FF2B5EF4-FFF2-40B4-BE49-F238E27FC236}">
                <a16:creationId xmlns:a16="http://schemas.microsoft.com/office/drawing/2014/main" id="{C8C120D3-48F0-4293-9156-97F1D97D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08F3DA95-1570-447D-B172-AA8F2D7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88D850EF-341B-4A62-889E-A882CB63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29">
            <a:extLst xmlns:a="http://schemas.openxmlformats.org/drawingml/2006/main">
              <a:ext uri="{FF2B5EF4-FFF2-40B4-BE49-F238E27FC236}">
                <a16:creationId xmlns:a16="http://schemas.microsoft.com/office/drawing/2014/main" id="{79BF44E5-6B79-47A0-9F96-4551DDB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54DAD103-359E-4228-A92C-2EEFCAE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3C220991-87F2-4899-8E36-0E683D1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32">
            <a:extLst xmlns:a="http://schemas.openxmlformats.org/drawingml/2006/main">
              <a:ext uri="{FF2B5EF4-FFF2-40B4-BE49-F238E27FC236}">
                <a16:creationId xmlns:a16="http://schemas.microsoft.com/office/drawing/2014/main" id="{A8EBB44F-91B7-4E5D-AE03-A8E32612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3">
            <a:extLst xmlns:a="http://schemas.openxmlformats.org/drawingml/2006/main">
              <a:ext uri="{FF2B5EF4-FFF2-40B4-BE49-F238E27FC236}">
                <a16:creationId xmlns:a16="http://schemas.microsoft.com/office/drawing/2014/main" id="{F2D63CA0-4D3D-459B-A3C4-6453775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34">
            <a:extLst xmlns:a="http://schemas.openxmlformats.org/drawingml/2006/main">
              <a:ext uri="{FF2B5EF4-FFF2-40B4-BE49-F238E27FC236}">
                <a16:creationId xmlns:a16="http://schemas.microsoft.com/office/drawing/2014/main" id="{2F6AD399-CBC6-4F52-8127-0474B556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35">
            <a:extLst xmlns:a="http://schemas.openxmlformats.org/drawingml/2006/main">
              <a:ext uri="{FF2B5EF4-FFF2-40B4-BE49-F238E27FC236}">
                <a16:creationId xmlns:a16="http://schemas.microsoft.com/office/drawing/2014/main" id="{969F85A1-6A83-4BD4-91AA-461F0A5E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36">
            <a:extLst xmlns:a="http://schemas.openxmlformats.org/drawingml/2006/main">
              <a:ext uri="{FF2B5EF4-FFF2-40B4-BE49-F238E27FC236}">
                <a16:creationId xmlns:a16="http://schemas.microsoft.com/office/drawing/2014/main" id="{1FED445D-C8CB-4F36-872E-BA972C4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37">
            <a:extLst xmlns:a="http://schemas.openxmlformats.org/drawingml/2006/main">
              <a:ext uri="{FF2B5EF4-FFF2-40B4-BE49-F238E27FC236}">
                <a16:creationId xmlns:a16="http://schemas.microsoft.com/office/drawing/2014/main" id="{D23E2077-0348-443E-AE2F-9DD44E00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38">
            <a:extLst xmlns:a="http://schemas.openxmlformats.org/drawingml/2006/main">
              <a:ext uri="{FF2B5EF4-FFF2-40B4-BE49-F238E27FC236}">
                <a16:creationId xmlns:a16="http://schemas.microsoft.com/office/drawing/2014/main" id="{23A9499B-8CD3-4B7A-A150-EE256AB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39">
            <a:extLst xmlns:a="http://schemas.openxmlformats.org/drawingml/2006/main">
              <a:ext uri="{FF2B5EF4-FFF2-40B4-BE49-F238E27FC236}">
                <a16:creationId xmlns:a16="http://schemas.microsoft.com/office/drawing/2014/main" id="{68682E18-0209-44A2-AC32-71DCE24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40">
            <a:extLst xmlns:a="http://schemas.openxmlformats.org/drawingml/2006/main">
              <a:ext uri="{FF2B5EF4-FFF2-40B4-BE49-F238E27FC236}">
                <a16:creationId xmlns:a16="http://schemas.microsoft.com/office/drawing/2014/main" id="{B62600FC-C3B4-4130-9305-CDD74F0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41">
            <a:extLst xmlns:a="http://schemas.openxmlformats.org/drawingml/2006/main">
              <a:ext uri="{FF2B5EF4-FFF2-40B4-BE49-F238E27FC236}">
                <a16:creationId xmlns:a16="http://schemas.microsoft.com/office/drawing/2014/main" id="{00C958E2-8AB0-4A3C-AB8E-7111E70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80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34837CD9-6DAE-4A35-8D70-6CD68F0E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43">
            <a:extLst xmlns:a="http://schemas.openxmlformats.org/drawingml/2006/main">
              <a:ext uri="{FF2B5EF4-FFF2-40B4-BE49-F238E27FC236}">
                <a16:creationId xmlns:a16="http://schemas.microsoft.com/office/drawing/2014/main" id="{D1CF2161-8AC7-4963-8A31-3F5F1E26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9A0A4EF5-BF33-4785-9E1C-4EFC9F9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6923D1F7-8631-4599-86F2-A2F62211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0850D1E1-EC69-4B55-9EF2-546AEC0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2130401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47">
            <a:extLst xmlns:a="http://schemas.openxmlformats.org/drawingml/2006/main">
              <a:ext uri="{FF2B5EF4-FFF2-40B4-BE49-F238E27FC236}">
                <a16:creationId xmlns:a16="http://schemas.microsoft.com/office/drawing/2014/main" id="{378F7DE0-3D92-4EFA-A77C-2116A6E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48">
            <a:extLst xmlns:a="http://schemas.openxmlformats.org/drawingml/2006/main">
              <a:ext uri="{FF2B5EF4-FFF2-40B4-BE49-F238E27FC236}">
                <a16:creationId xmlns:a16="http://schemas.microsoft.com/office/drawing/2014/main" id="{8F84765D-6383-44D6-B543-EBC6F1D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17BC275E-3D2E-45EA-A3F2-C595C17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21AF2600-7E27-48E6-BAF2-03C84F6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51">
            <a:extLst xmlns:a="http://schemas.openxmlformats.org/drawingml/2006/main">
              <a:ext uri="{FF2B5EF4-FFF2-40B4-BE49-F238E27FC236}">
                <a16:creationId xmlns:a16="http://schemas.microsoft.com/office/drawing/2014/main" id="{127D7E1E-4257-4972-9E6B-E425F23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DC031039-8D24-459F-9AE4-3FC89F2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B3D60520-CE59-42DF-9B6E-7F88DD12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54">
            <a:extLst xmlns:a="http://schemas.openxmlformats.org/drawingml/2006/main">
              <a:ext uri="{FF2B5EF4-FFF2-40B4-BE49-F238E27FC236}">
                <a16:creationId xmlns:a16="http://schemas.microsoft.com/office/drawing/2014/main" id="{C6805A82-5883-4535-9056-A377A0E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1178FF42-6B91-42E4-A935-FE538AB9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E8EB7CE4-AC67-43D2-B974-91E98D9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57">
            <a:extLst xmlns:a="http://schemas.openxmlformats.org/drawingml/2006/main">
              <a:ext uri="{FF2B5EF4-FFF2-40B4-BE49-F238E27FC236}">
                <a16:creationId xmlns:a16="http://schemas.microsoft.com/office/drawing/2014/main" id="{ED2EBAA8-C5DF-4456-BF5B-E779991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58">
            <a:extLst xmlns:a="http://schemas.openxmlformats.org/drawingml/2006/main">
              <a:ext uri="{FF2B5EF4-FFF2-40B4-BE49-F238E27FC236}">
                <a16:creationId xmlns:a16="http://schemas.microsoft.com/office/drawing/2014/main" id="{BC7E657B-B9CF-4CF0-9C43-70675061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59">
            <a:extLst xmlns:a="http://schemas.openxmlformats.org/drawingml/2006/main">
              <a:ext uri="{FF2B5EF4-FFF2-40B4-BE49-F238E27FC236}">
                <a16:creationId xmlns:a16="http://schemas.microsoft.com/office/drawing/2014/main" id="{BE155F71-E681-4874-8291-22C8D2C7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60">
            <a:extLst xmlns:a="http://schemas.openxmlformats.org/drawingml/2006/main">
              <a:ext uri="{FF2B5EF4-FFF2-40B4-BE49-F238E27FC236}">
                <a16:creationId xmlns:a16="http://schemas.microsoft.com/office/drawing/2014/main" id="{8463DFCA-6264-46DE-AC66-22BEEF4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61">
            <a:extLst xmlns:a="http://schemas.openxmlformats.org/drawingml/2006/main">
              <a:ext uri="{FF2B5EF4-FFF2-40B4-BE49-F238E27FC236}">
                <a16:creationId xmlns:a16="http://schemas.microsoft.com/office/drawing/2014/main" id="{5E790FD6-52A8-461A-8699-09BAB6DE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581482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2">
            <a:extLst xmlns:a="http://schemas.openxmlformats.org/drawingml/2006/main">
              <a:ext uri="{FF2B5EF4-FFF2-40B4-BE49-F238E27FC236}">
                <a16:creationId xmlns:a16="http://schemas.microsoft.com/office/drawing/2014/main" id="{CEEA73F1-FDDF-465E-BCCA-F9E6195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63">
            <a:extLst xmlns:a="http://schemas.openxmlformats.org/drawingml/2006/main">
              <a:ext uri="{FF2B5EF4-FFF2-40B4-BE49-F238E27FC236}">
                <a16:creationId xmlns:a16="http://schemas.microsoft.com/office/drawing/2014/main" id="{5CFF2AC1-8DD7-456B-8284-756D79F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4">
            <a:extLst xmlns:a="http://schemas.openxmlformats.org/drawingml/2006/main">
              <a:ext uri="{FF2B5EF4-FFF2-40B4-BE49-F238E27FC236}">
                <a16:creationId xmlns:a16="http://schemas.microsoft.com/office/drawing/2014/main" id="{621EF28D-0639-497D-B7D7-2447A20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5">
            <a:extLst xmlns:a="http://schemas.openxmlformats.org/drawingml/2006/main">
              <a:ext uri="{FF2B5EF4-FFF2-40B4-BE49-F238E27FC236}">
                <a16:creationId xmlns:a16="http://schemas.microsoft.com/office/drawing/2014/main" id="{A76EF3D8-5EF2-4CB5-A938-531A537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66">
            <a:extLst xmlns:a="http://schemas.openxmlformats.org/drawingml/2006/main">
              <a:ext uri="{FF2B5EF4-FFF2-40B4-BE49-F238E27FC236}">
                <a16:creationId xmlns:a16="http://schemas.microsoft.com/office/drawing/2014/main" id="{2BAFC036-2FE0-4A90-88AC-48A888E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67">
            <a:extLst xmlns:a="http://schemas.openxmlformats.org/drawingml/2006/main">
              <a:ext uri="{FF2B5EF4-FFF2-40B4-BE49-F238E27FC236}">
                <a16:creationId xmlns:a16="http://schemas.microsoft.com/office/drawing/2014/main" id="{11D1BEB6-0376-4B21-B721-F0781BD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68">
            <a:extLst xmlns:a="http://schemas.openxmlformats.org/drawingml/2006/main">
              <a:ext uri="{FF2B5EF4-FFF2-40B4-BE49-F238E27FC236}">
                <a16:creationId xmlns:a16="http://schemas.microsoft.com/office/drawing/2014/main" id="{342E8E2B-D4EF-4D57-BC7D-9FEB1960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69">
            <a:extLst xmlns:a="http://schemas.openxmlformats.org/drawingml/2006/main">
              <a:ext uri="{FF2B5EF4-FFF2-40B4-BE49-F238E27FC236}">
                <a16:creationId xmlns:a16="http://schemas.microsoft.com/office/drawing/2014/main" id="{144B4AB3-3442-4DAC-A517-0269D8E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70">
            <a:extLst xmlns:a="http://schemas.openxmlformats.org/drawingml/2006/main">
              <a:ext uri="{FF2B5EF4-FFF2-40B4-BE49-F238E27FC236}">
                <a16:creationId xmlns:a16="http://schemas.microsoft.com/office/drawing/2014/main" id="{A144F8B7-6F8B-46ED-AD7E-97C14E6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71">
            <a:extLst xmlns:a="http://schemas.openxmlformats.org/drawingml/2006/main">
              <a:ext uri="{FF2B5EF4-FFF2-40B4-BE49-F238E27FC236}">
                <a16:creationId xmlns:a16="http://schemas.microsoft.com/office/drawing/2014/main" id="{CC6FFB2C-99D4-4952-AD13-984B3B3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72">
            <a:extLst xmlns:a="http://schemas.openxmlformats.org/drawingml/2006/main">
              <a:ext uri="{FF2B5EF4-FFF2-40B4-BE49-F238E27FC236}">
                <a16:creationId xmlns:a16="http://schemas.microsoft.com/office/drawing/2014/main" id="{EBD5950C-A198-4E8C-8AE9-6712F74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73">
            <a:extLst xmlns:a="http://schemas.openxmlformats.org/drawingml/2006/main">
              <a:ext uri="{FF2B5EF4-FFF2-40B4-BE49-F238E27FC236}">
                <a16:creationId xmlns:a16="http://schemas.microsoft.com/office/drawing/2014/main" id="{36E096D8-089C-46FA-A618-2DF3A32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5061071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C49074CF-1C96-4216-8EC8-42629FC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75">
            <a:extLst xmlns:a="http://schemas.openxmlformats.org/drawingml/2006/main">
              <a:ext uri="{FF2B5EF4-FFF2-40B4-BE49-F238E27FC236}">
                <a16:creationId xmlns:a16="http://schemas.microsoft.com/office/drawing/2014/main" id="{0AD27518-9B1F-410D-913D-3E125295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46CCA4AE-5619-45C3-8DD3-B56ABDF9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BCDF67CC-D8FC-469D-A086-BC7C2C0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C3F6D55A-5605-4B6F-84DC-6D0F950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79">
            <a:extLst xmlns:a="http://schemas.openxmlformats.org/drawingml/2006/main">
              <a:ext uri="{FF2B5EF4-FFF2-40B4-BE49-F238E27FC236}">
                <a16:creationId xmlns:a16="http://schemas.microsoft.com/office/drawing/2014/main" id="{DDBD748C-1DED-49F6-9030-ED96C7F4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5E9F0C63-6E43-44BF-A8DA-3BFC272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5274149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1">
            <a:extLst xmlns:a="http://schemas.openxmlformats.org/drawingml/2006/main">
              <a:ext uri="{FF2B5EF4-FFF2-40B4-BE49-F238E27FC236}">
                <a16:creationId xmlns:a16="http://schemas.microsoft.com/office/drawing/2014/main" id="{D2552385-5813-4E2F-9D63-3CD14C3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82">
            <a:extLst xmlns:a="http://schemas.openxmlformats.org/drawingml/2006/main">
              <a:ext uri="{FF2B5EF4-FFF2-40B4-BE49-F238E27FC236}">
                <a16:creationId xmlns:a16="http://schemas.microsoft.com/office/drawing/2014/main" id="{3CD903F4-57F7-4508-9C77-D25B46B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57DFA1D8-22C6-4753-99B5-BD8742C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D7DC9582-F4E9-4E85-A1F0-DCE03C3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51342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5">
            <a:extLst xmlns:a="http://schemas.openxmlformats.org/drawingml/2006/main">
              <a:ext uri="{FF2B5EF4-FFF2-40B4-BE49-F238E27FC236}">
                <a16:creationId xmlns:a16="http://schemas.microsoft.com/office/drawing/2014/main" id="{553C897B-BE08-4B79-84DB-08781CD8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86">
            <a:extLst xmlns:a="http://schemas.openxmlformats.org/drawingml/2006/main">
              <a:ext uri="{FF2B5EF4-FFF2-40B4-BE49-F238E27FC236}">
                <a16:creationId xmlns:a16="http://schemas.microsoft.com/office/drawing/2014/main" id="{26D9115A-BBDD-4154-B20F-15D90AD8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7">
            <a:extLst xmlns:a="http://schemas.openxmlformats.org/drawingml/2006/main">
              <a:ext uri="{FF2B5EF4-FFF2-40B4-BE49-F238E27FC236}">
                <a16:creationId xmlns:a16="http://schemas.microsoft.com/office/drawing/2014/main" id="{770BD62E-42FC-43E7-9340-153AE60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8">
            <a:extLst xmlns:a="http://schemas.openxmlformats.org/drawingml/2006/main">
              <a:ext uri="{FF2B5EF4-FFF2-40B4-BE49-F238E27FC236}">
                <a16:creationId xmlns:a16="http://schemas.microsoft.com/office/drawing/2014/main" id="{2C54DF44-D82E-4D0E-9C9F-70C216EC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17517198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89">
            <a:extLst xmlns:a="http://schemas.openxmlformats.org/drawingml/2006/main">
              <a:ext uri="{FF2B5EF4-FFF2-40B4-BE49-F238E27FC236}">
                <a16:creationId xmlns:a16="http://schemas.microsoft.com/office/drawing/2014/main" id="{DC37EC31-EEC1-4233-9E7E-3FB8BED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90">
            <a:extLst xmlns:a="http://schemas.openxmlformats.org/drawingml/2006/main">
              <a:ext uri="{FF2B5EF4-FFF2-40B4-BE49-F238E27FC236}">
                <a16:creationId xmlns:a16="http://schemas.microsoft.com/office/drawing/2014/main" id="{4DA2CA8C-04F5-4EF3-9BA3-4232A67F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91">
            <a:extLst xmlns:a="http://schemas.openxmlformats.org/drawingml/2006/main">
              <a:ext uri="{FF2B5EF4-FFF2-40B4-BE49-F238E27FC236}">
                <a16:creationId xmlns:a16="http://schemas.microsoft.com/office/drawing/2014/main" id="{12197077-124D-4863-9AD1-82D4E1E1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92">
            <a:extLst xmlns:a="http://schemas.openxmlformats.org/drawingml/2006/main">
              <a:ext uri="{FF2B5EF4-FFF2-40B4-BE49-F238E27FC236}">
                <a16:creationId xmlns:a16="http://schemas.microsoft.com/office/drawing/2014/main" id="{2F2C77E6-E65B-402C-B63D-7F24048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93">
            <a:extLst xmlns:a="http://schemas.openxmlformats.org/drawingml/2006/main">
              <a:ext uri="{FF2B5EF4-FFF2-40B4-BE49-F238E27FC236}">
                <a16:creationId xmlns:a16="http://schemas.microsoft.com/office/drawing/2014/main" id="{34D63F2A-1C42-4B97-BB97-8F38B59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94">
            <a:extLst xmlns:a="http://schemas.openxmlformats.org/drawingml/2006/main">
              <a:ext uri="{FF2B5EF4-FFF2-40B4-BE49-F238E27FC236}">
                <a16:creationId xmlns:a16="http://schemas.microsoft.com/office/drawing/2014/main" id="{43B37A48-BEC8-402A-BFDE-A51EE5F1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95">
            <a:extLst xmlns:a="http://schemas.openxmlformats.org/drawingml/2006/main">
              <a:ext uri="{FF2B5EF4-FFF2-40B4-BE49-F238E27FC236}">
                <a16:creationId xmlns:a16="http://schemas.microsoft.com/office/drawing/2014/main" id="{EE95C9E6-AEE4-41C3-BFFB-D9B26ED0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96">
            <a:extLst xmlns:a="http://schemas.openxmlformats.org/drawingml/2006/main">
              <a:ext uri="{FF2B5EF4-FFF2-40B4-BE49-F238E27FC236}">
                <a16:creationId xmlns:a16="http://schemas.microsoft.com/office/drawing/2014/main" id="{32CE85CF-54DE-4EA9-9068-7004AA5D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16572603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ED8D0675-6395-4213-BD2E-E533134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98">
            <a:extLst xmlns:a="http://schemas.openxmlformats.org/drawingml/2006/main">
              <a:ext uri="{FF2B5EF4-FFF2-40B4-BE49-F238E27FC236}">
                <a16:creationId xmlns:a16="http://schemas.microsoft.com/office/drawing/2014/main" id="{229880D6-D64A-49BB-9398-AD40FE54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47422E81-7A8B-4698-8BC6-8994ED32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C1E35A04-C1B2-4C8E-8D70-82F8FCB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AD0BB8DF-D2B3-4F40-AD92-66B3F1E6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5992594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02">
            <a:extLst xmlns:a="http://schemas.openxmlformats.org/drawingml/2006/main">
              <a:ext uri="{FF2B5EF4-FFF2-40B4-BE49-F238E27FC236}">
                <a16:creationId xmlns:a16="http://schemas.microsoft.com/office/drawing/2014/main" id="{8C081229-045A-4030-85BB-4D2B380B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203">
            <a:extLst xmlns:a="http://schemas.openxmlformats.org/drawingml/2006/main">
              <a:ext uri="{FF2B5EF4-FFF2-40B4-BE49-F238E27FC236}">
                <a16:creationId xmlns:a16="http://schemas.microsoft.com/office/drawing/2014/main" id="{B08E50EF-2940-4049-B871-DFCCE516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04">
            <a:extLst xmlns:a="http://schemas.openxmlformats.org/drawingml/2006/main">
              <a:ext uri="{FF2B5EF4-FFF2-40B4-BE49-F238E27FC236}">
                <a16:creationId xmlns:a16="http://schemas.microsoft.com/office/drawing/2014/main" id="{C52CC52C-F300-4217-85AE-C59B2FF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205">
            <a:extLst xmlns:a="http://schemas.openxmlformats.org/drawingml/2006/main">
              <a:ext uri="{FF2B5EF4-FFF2-40B4-BE49-F238E27FC236}">
                <a16:creationId xmlns:a16="http://schemas.microsoft.com/office/drawing/2014/main" id="{15FA1269-AE97-49DC-8B83-8D1C913E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206">
            <a:extLst xmlns:a="http://schemas.openxmlformats.org/drawingml/2006/main">
              <a:ext uri="{FF2B5EF4-FFF2-40B4-BE49-F238E27FC236}">
                <a16:creationId xmlns:a16="http://schemas.microsoft.com/office/drawing/2014/main" id="{B6AAEBED-05E5-4C9E-B176-21F99065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207">
            <a:extLst xmlns:a="http://schemas.openxmlformats.org/drawingml/2006/main">
              <a:ext uri="{FF2B5EF4-FFF2-40B4-BE49-F238E27FC236}">
                <a16:creationId xmlns:a16="http://schemas.microsoft.com/office/drawing/2014/main" id="{6ED5439A-93DE-441A-8FDD-1119ACB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27E614AB-63C9-4FBF-A8B0-AEE38C3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209">
            <a:extLst xmlns:a="http://schemas.openxmlformats.org/drawingml/2006/main">
              <a:ext uri="{FF2B5EF4-FFF2-40B4-BE49-F238E27FC236}">
                <a16:creationId xmlns:a16="http://schemas.microsoft.com/office/drawing/2014/main" id="{C07F224A-9EA1-4656-A449-59CB4F85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210">
            <a:extLst xmlns:a="http://schemas.openxmlformats.org/drawingml/2006/main">
              <a:ext uri="{FF2B5EF4-FFF2-40B4-BE49-F238E27FC236}">
                <a16:creationId xmlns:a16="http://schemas.microsoft.com/office/drawing/2014/main" id="{8BEFE036-8854-44C6-8DDB-68D613DA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211">
            <a:extLst xmlns:a="http://schemas.openxmlformats.org/drawingml/2006/main">
              <a:ext uri="{FF2B5EF4-FFF2-40B4-BE49-F238E27FC236}">
                <a16:creationId xmlns:a16="http://schemas.microsoft.com/office/drawing/2014/main" id="{E694A939-CCB8-41CF-AE9C-5A84FB61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212">
            <a:extLst xmlns:a="http://schemas.openxmlformats.org/drawingml/2006/main">
              <a:ext uri="{FF2B5EF4-FFF2-40B4-BE49-F238E27FC236}">
                <a16:creationId xmlns:a16="http://schemas.microsoft.com/office/drawing/2014/main" id="{32062439-2FA8-4C6F-A933-0910FFB8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13">
            <a:extLst xmlns:a="http://schemas.openxmlformats.org/drawingml/2006/main">
              <a:ext uri="{FF2B5EF4-FFF2-40B4-BE49-F238E27FC236}">
                <a16:creationId xmlns:a16="http://schemas.microsoft.com/office/drawing/2014/main" id="{D15E1D57-420B-465A-850F-6C4D7838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214">
            <a:extLst xmlns:a="http://schemas.openxmlformats.org/drawingml/2006/main">
              <a:ext uri="{FF2B5EF4-FFF2-40B4-BE49-F238E27FC236}">
                <a16:creationId xmlns:a16="http://schemas.microsoft.com/office/drawing/2014/main" id="{2F996E38-F449-4F07-8AE4-DB10DAC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15">
            <a:extLst xmlns:a="http://schemas.openxmlformats.org/drawingml/2006/main">
              <a:ext uri="{FF2B5EF4-FFF2-40B4-BE49-F238E27FC236}">
                <a16:creationId xmlns:a16="http://schemas.microsoft.com/office/drawing/2014/main" id="{BD8494A6-7F15-43F0-9787-5A1C064F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216">
            <a:extLst xmlns:a="http://schemas.openxmlformats.org/drawingml/2006/main">
              <a:ext uri="{FF2B5EF4-FFF2-40B4-BE49-F238E27FC236}">
                <a16:creationId xmlns:a16="http://schemas.microsoft.com/office/drawing/2014/main" id="{95D17376-A17A-489D-8BBB-A1FB7BB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1196053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2026-09-30T07:09:16.1840000Z</dcterms:created>
  <dcterms:modified xsi:type="dcterms:W3CDTF">2026-09-30T07:09:16.1840000Z</dcterms:modified>
</coreProperties>
</file>