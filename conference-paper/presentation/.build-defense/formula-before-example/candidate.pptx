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b4d1e274d40e2" /><Relationship Type="http://schemas.openxmlformats.org/officeDocument/2006/relationships/extended-properties" Target="/docProps/app.xml" Id="Re6f31622689f4f0f" /><Relationship Type="http://schemas.openxmlformats.org/officeDocument/2006/relationships/officeDocument" Target="/ppt/presentation.xml" Id="R29e3bc25b27f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54f71a5ea4173"/>
  </p:sldMasterIdLst>
  <p:notesMasterIdLst>
    <p:notesMasterId xmlns:r="http://schemas.openxmlformats.org/officeDocument/2006/relationships" r:id="R300b3b0dd07a4bb1"/>
  </p:notesMasterIdLst>
  <p:sldIdLst>
    <p:sldId xmlns:r="http://schemas.openxmlformats.org/officeDocument/2006/relationships" id="256" r:id="R5decc69639ab49dd"/>
    <p:sldId xmlns:r="http://schemas.openxmlformats.org/officeDocument/2006/relationships" id="257" r:id="R801aefc8ebde41f9"/>
    <p:sldId xmlns:r="http://schemas.openxmlformats.org/officeDocument/2006/relationships" id="258" r:id="Rd45221393da54768"/>
    <p:sldId xmlns:r="http://schemas.openxmlformats.org/officeDocument/2006/relationships" id="259" r:id="R5aa95406e7f3409d"/>
    <p:sldId xmlns:r="http://schemas.openxmlformats.org/officeDocument/2006/relationships" id="260" r:id="R3de736db12b744ef"/>
    <p:sldId xmlns:r="http://schemas.openxmlformats.org/officeDocument/2006/relationships" id="261" r:id="R86ce34f719e24c6f"/>
    <p:sldId xmlns:r="http://schemas.openxmlformats.org/officeDocument/2006/relationships" id="262" r:id="R9a70f55c52ec4a1e"/>
    <p:sldId xmlns:r="http://schemas.openxmlformats.org/officeDocument/2006/relationships" id="263" r:id="R4fede45776114e0f"/>
    <p:sldId xmlns:r="http://schemas.openxmlformats.org/officeDocument/2006/relationships" id="264" r:id="Rbcf6ae7641b240a6"/>
    <p:sldId xmlns:r="http://schemas.openxmlformats.org/officeDocument/2006/relationships" id="265" r:id="R162d2e69458c4220"/>
    <p:sldId xmlns:r="http://schemas.openxmlformats.org/officeDocument/2006/relationships" id="266" r:id="R7aafd2dff2714982"/>
    <p:sldId xmlns:r="http://schemas.openxmlformats.org/officeDocument/2006/relationships" id="267" r:id="R730e66081f1c4c47"/>
    <p:sldId xmlns:r="http://schemas.openxmlformats.org/officeDocument/2006/relationships" id="268" r:id="R621855786a844443"/>
    <p:sldId xmlns:r="http://schemas.openxmlformats.org/officeDocument/2006/relationships" id="269" r:id="Rd563051416564607"/>
    <p:sldId xmlns:r="http://schemas.openxmlformats.org/officeDocument/2006/relationships" id="270" r:id="R61c4141a225e4e1a"/>
    <p:sldId xmlns:r="http://schemas.openxmlformats.org/officeDocument/2006/relationships" id="271" r:id="Rbf652b643fb3453f"/>
    <p:sldId xmlns:r="http://schemas.openxmlformats.org/officeDocument/2006/relationships" id="272" r:id="Re8c40acbf9064d05"/>
    <p:sldId xmlns:r="http://schemas.openxmlformats.org/officeDocument/2006/relationships" id="273" r:id="Rf51b4219997949f7"/>
    <p:sldId xmlns:r="http://schemas.openxmlformats.org/officeDocument/2006/relationships" id="274" r:id="R1f0add528dfd484c"/>
    <p:sldId xmlns:r="http://schemas.openxmlformats.org/officeDocument/2006/relationships" id="275" r:id="Rd27733b4c8f645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c4d1c36724430" /><Relationship Type="http://schemas.openxmlformats.org/officeDocument/2006/relationships/slideMaster" Target="/ppt/slideMasters/slideMaster1.xml" Id="Rbe754f71a5ea4173" /><Relationship Type="http://schemas.openxmlformats.org/officeDocument/2006/relationships/notesMaster" Target="/ppt/notesMasters/notesMaster1.xml" Id="R300b3b0dd07a4bb1" /><Relationship Type="http://schemas.openxmlformats.org/officeDocument/2006/relationships/presProps" Target="/ppt/presProps.xml" Id="Ra0589a8a070048f7" /><Relationship Type="http://schemas.openxmlformats.org/officeDocument/2006/relationships/tableStyles" Target="/ppt/tableStyles.xml" Id="Rfcfad8867d4f4350" /><Relationship Type="http://schemas.openxmlformats.org/officeDocument/2006/relationships/slide" Target="/ppt/slides/slide1.xml" Id="R5decc69639ab49dd" /><Relationship Type="http://schemas.openxmlformats.org/officeDocument/2006/relationships/slide" Target="/ppt/slides/slide2.xml" Id="R801aefc8ebde41f9" /><Relationship Type="http://schemas.openxmlformats.org/officeDocument/2006/relationships/slide" Target="/ppt/slides/slide3.xml" Id="Rd45221393da54768" /><Relationship Type="http://schemas.openxmlformats.org/officeDocument/2006/relationships/slide" Target="/ppt/slides/slide4.xml" Id="R5aa95406e7f3409d" /><Relationship Type="http://schemas.openxmlformats.org/officeDocument/2006/relationships/slide" Target="/ppt/slides/slide5.xml" Id="R3de736db12b744ef" /><Relationship Type="http://schemas.openxmlformats.org/officeDocument/2006/relationships/slide" Target="/ppt/slides/slide6.xml" Id="R86ce34f719e24c6f" /><Relationship Type="http://schemas.openxmlformats.org/officeDocument/2006/relationships/slide" Target="/ppt/slides/slide7.xml" Id="R9a70f55c52ec4a1e" /><Relationship Type="http://schemas.openxmlformats.org/officeDocument/2006/relationships/slide" Target="/ppt/slides/slide8.xml" Id="R4fede45776114e0f" /><Relationship Type="http://schemas.openxmlformats.org/officeDocument/2006/relationships/slide" Target="/ppt/slides/slide9.xml" Id="Rbcf6ae7641b240a6" /><Relationship Type="http://schemas.openxmlformats.org/officeDocument/2006/relationships/slide" Target="/ppt/slides/slide10.xml" Id="R162d2e69458c4220" /><Relationship Type="http://schemas.openxmlformats.org/officeDocument/2006/relationships/slide" Target="/ppt/slides/slide11.xml" Id="R7aafd2dff2714982" /><Relationship Type="http://schemas.openxmlformats.org/officeDocument/2006/relationships/slide" Target="/ppt/slides/slide12.xml" Id="R730e66081f1c4c47" /><Relationship Type="http://schemas.openxmlformats.org/officeDocument/2006/relationships/slide" Target="/ppt/slides/slide13.xml" Id="R621855786a844443" /><Relationship Type="http://schemas.openxmlformats.org/officeDocument/2006/relationships/slide" Target="/ppt/slides/slide14.xml" Id="Rd563051416564607" /><Relationship Type="http://schemas.openxmlformats.org/officeDocument/2006/relationships/slide" Target="/ppt/slides/slide15.xml" Id="R61c4141a225e4e1a" /><Relationship Type="http://schemas.openxmlformats.org/officeDocument/2006/relationships/slide" Target="/ppt/slides/slide16.xml" Id="Rbf652b643fb3453f" /><Relationship Type="http://schemas.openxmlformats.org/officeDocument/2006/relationships/slide" Target="/ppt/slides/slide17.xml" Id="Re8c40acbf9064d05" /><Relationship Type="http://schemas.openxmlformats.org/officeDocument/2006/relationships/slide" Target="/ppt/slides/slide18.xml" Id="Rf51b4219997949f7" /><Relationship Type="http://schemas.openxmlformats.org/officeDocument/2006/relationships/slide" Target="/ppt/slides/slide19.xml" Id="R1f0add528dfd484c" /><Relationship Type="http://schemas.openxmlformats.org/officeDocument/2006/relationships/slide" Target="/ppt/slides/slide20.xml" Id="Rd27733b4c8f645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b2cbca3f84d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08d96a49154d9e" /><Relationship Type="http://schemas.openxmlformats.org/officeDocument/2006/relationships/notesMaster" Target="/ppt/notesMasters/notesMaster1.xml" Id="R467660c9f183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1b671df524f33" /><Relationship Type="http://schemas.openxmlformats.org/officeDocument/2006/relationships/notesMaster" Target="/ppt/notesMasters/notesMaster1.xml" Id="Rc4aacfff1c154c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9fdc5dcb8c4757" /><Relationship Type="http://schemas.openxmlformats.org/officeDocument/2006/relationships/notesMaster" Target="/ppt/notesMasters/notesMaster1.xml" Id="R53cac793859d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de7a616a524862" /><Relationship Type="http://schemas.openxmlformats.org/officeDocument/2006/relationships/notesMaster" Target="/ppt/notesMasters/notesMaster1.xml" Id="R3279a3d58f09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c14fbdb894200" /><Relationship Type="http://schemas.openxmlformats.org/officeDocument/2006/relationships/notesMaster" Target="/ppt/notesMasters/notesMaster1.xml" Id="R2b664f20120d4b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54e4c8138f4fbf" /><Relationship Type="http://schemas.openxmlformats.org/officeDocument/2006/relationships/notesMaster" Target="/ppt/notesMasters/notesMaster1.xml" Id="R3c27e97d86f643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cb2046ff044c7" /><Relationship Type="http://schemas.openxmlformats.org/officeDocument/2006/relationships/notesMaster" Target="/ppt/notesMasters/notesMaster1.xml" Id="R318f6d0c9657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843a103aa44de" /><Relationship Type="http://schemas.openxmlformats.org/officeDocument/2006/relationships/notesMaster" Target="/ppt/notesMasters/notesMaster1.xml" Id="Rf0307cfece0d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e273cec5ef4fec" /><Relationship Type="http://schemas.openxmlformats.org/officeDocument/2006/relationships/notesMaster" Target="/ppt/notesMasters/notesMaster1.xml" Id="R562599ea32e9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45be8960034130" /><Relationship Type="http://schemas.openxmlformats.org/officeDocument/2006/relationships/notesMaster" Target="/ppt/notesMasters/notesMaster1.xml" Id="R5aa732edca9646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58ac12a8934625" /><Relationship Type="http://schemas.openxmlformats.org/officeDocument/2006/relationships/notesMaster" Target="/ppt/notesMasters/notesMaster1.xml" Id="Rbf1441c9e55147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b430fd69dc4e5a" /><Relationship Type="http://schemas.openxmlformats.org/officeDocument/2006/relationships/notesMaster" Target="/ppt/notesMasters/notesMaster1.xml" Id="R061d2d7241a04e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a63b491af04b4e" /><Relationship Type="http://schemas.openxmlformats.org/officeDocument/2006/relationships/notesMaster" Target="/ppt/notesMasters/notesMaster1.xml" Id="R72c6cba89eb0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ddab08584b4b37" /><Relationship Type="http://schemas.openxmlformats.org/officeDocument/2006/relationships/notesMaster" Target="/ppt/notesMasters/notesMaster1.xml" Id="Rdbdf20061d2046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b04a2c40864d35" /><Relationship Type="http://schemas.openxmlformats.org/officeDocument/2006/relationships/notesMaster" Target="/ppt/notesMasters/notesMaster1.xml" Id="R5b9100e1526641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e07d6c24f34332" /><Relationship Type="http://schemas.openxmlformats.org/officeDocument/2006/relationships/notesMaster" Target="/ppt/notesMasters/notesMaster1.xml" Id="R051c3a4f1ccd4a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3beaaceab74315" /><Relationship Type="http://schemas.openxmlformats.org/officeDocument/2006/relationships/notesMaster" Target="/ppt/notesMasters/notesMaster1.xml" Id="R7d0c08cd489c43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26e33915bb412d" /><Relationship Type="http://schemas.openxmlformats.org/officeDocument/2006/relationships/notesMaster" Target="/ppt/notesMasters/notesMaster1.xml" Id="R1d2a50afdc0d4d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8ae5e3b1b44294" /><Relationship Type="http://schemas.openxmlformats.org/officeDocument/2006/relationships/notesMaster" Target="/ppt/notesMasters/notesMaster1.xml" Id="R6fbc7fecd68b4e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3c4702f6c846de" /><Relationship Type="http://schemas.openxmlformats.org/officeDocument/2006/relationships/notesMaster" Target="/ppt/notesMasters/notesMaster1.xml" Id="R65af1cb3de57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第三页直接介绍两个互补验证步骤。第一步，加入检查：用同样的训练配置，比较某个特征组合S以及加入i后的组合，看是否由达标变成不达标。这说明i对该组合有害，不等于它对全部特征或所有情境都天然有害。第二步，删除验证：从当前完整分析输入集合D提出删除候选，在独立数据上检验缩小模型之后的预测损失、压缩程度和总成本，判断整体是否值得。这一步属于计划中的删除决策实验。两步可以概括为先发现问题，再验证行动是否有价值。它们不是随机A与引导B那两个搜索算法，A/B只是第一步寻找上下文的不同方式。整个过程保持监督分类或回归任务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 and §7</a:t>
            </a:r>
          </a:p>
          <a:p xmlns:a="http://schemas.openxmlformats.org/drawingml/2006/main">
            <a:r>
              <a:t>C:/work/学校/A.SPBU/paper/ZhaoCHI/Paper/Master-mr2/MAJOR_REVISION_PROTOCOL.md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按四行讲清公式。先定义D是本次分析的完整输入集合，S是其中一个不包含目标变量i的输入子集，这里的i是待检查的输入特征，不是预测标签y。U(S)表示用S训练模型后的验证集表现，分数越高越好。第一行，完整输入得分U(D)乘上比例alpha得到门槛q，默认alpha是0.95。这里取的是完整输入基准分数的95%，不是要求95%的分类准确率。D仅指本次分析的完整特征范围，例如八维面板，并不必然等于全部原始变量。第二行把连续分数转成是否达标：方括号中的条件成立取1，否则取0。第三行比较加入i前后两个达标状态，变化为负一表示从达标变为不达标。第四行MinPPI在所有不含i的子集上取最小变化，所以只要发现一次负一，精确MinPPI就是负一。找不到负一不等于已证明安全，因为有限采样可能漏掉上下文。所有比较固定数据划分、预处理、学习器、随机性、效用和门槛，要求U(D)&gt;0且分数有限。下一页直接把0.90、0.95、0.87和0.84代入，不再引入新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Utility-Threshold Voting Game and Min-Marginal Power Indices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详细公式在附录，主讲只保留这条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完整样本量、变量构成与目标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统计数字在附录，需要时回答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NSGA-II是未来把这种证据用于特征数量与预测表现权衡的可选应用，放在附录，当前不把它作为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备用页。固定数据、划分、预处理、学习器、随机种子、效用和配额才定义一个固定博弈。二分类ROC AUC，多分类macro OVR AUC，回归审计max(raw R²,0)，gate/test用raw R²。零值并非无预测价值。MinSS和MinBz在完整上下文支持上的最小值相等，这不表示经典加权指数相等。采样最小值不小于全域最小值，观察到负一足以证实固定游戏中的存在性，采样零或正一无法认证全局类别。改变任务或条件必须形成新实验与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最新证据日期为2026年9月26日。Study1为7面板×5划分，每游戏30对采样日程，共同边际查询上限800。该研究使用64/16/20划分，不访问test。召回面积先在同游戏平均日程，再到面板、数据集，最后四数据集等权；空有害集合保留覆盖率、召回为NA。Study3不可复用Study1效用表，独立gate需要重新定义数据角色。候选冻结后非测试80%重新拟合，预处理仍来自原64%训练。成本含指导、审计、选择、gate及最终refit。该页数值不能与旧高维实验混为同一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§7, §22–23</a:t>
            </a:r>
          </a:p>
          <a:p xmlns:a="http://schemas.openxmlformats.org/drawingml/2006/main">
            <a:r>
              <a:t>C:/work/学校/A.SPBU/paper/ZhaoCHI/Paper/Master-mr2/MR3_P3_FINDINGS.md §1–4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NSGA-II是进化多目标搜索方法，不是强化学习，也不是MinPPI必需组成。目标为保留特征比例|S|/p0和1-clip(U(S),0,1)，p0固定为过滤前维数。非支配解表达压缩与预测表现的折中。旧应用实验不能证明加上审计后必然加速，重新比较需要把审计和指导成本全部计入。当前核心路线先完成机制和独立删除决策，再决定是否扩展多目标搜索。相关理论来源：Shapley 1953，Banzhaf 1965，Lundberg &amp; Lee 2017，Zheng &amp; Raskutti 2026以及Deb et al. 2002。各页备注给出资料来源。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03d059faa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6fa33b224c4a2f" /><Relationship Type="http://schemas.openxmlformats.org/officeDocument/2006/relationships/slideLayout" Target="/ppt/slideLayouts/slideLayout1.xml" Id="R78ed1dff465a4b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ed1dff465a4b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032041e94274" /><Relationship Type="http://schemas.openxmlformats.org/officeDocument/2006/relationships/notesSlide" Target="/ppt/notesSlides/notesSlide1.xml" Id="R8206eb5db19349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37fef220e4391" /><Relationship Type="http://schemas.openxmlformats.org/officeDocument/2006/relationships/notesSlide" Target="/ppt/notesSlides/notesSlide2.xml" Id="R49d9505d58e04b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136eb34db4ab5" /><Relationship Type="http://schemas.openxmlformats.org/officeDocument/2006/relationships/notesSlide" Target="/ppt/notesSlides/notesSlide3.xml" Id="Red8a1e00fd624c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553a60b3448cf" /><Relationship Type="http://schemas.openxmlformats.org/officeDocument/2006/relationships/notesSlide" Target="/ppt/notesSlides/notesSlide4.xml" Id="R979c34e9207b47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1e545ed3044c8" /><Relationship Type="http://schemas.openxmlformats.org/officeDocument/2006/relationships/notesSlide" Target="/ppt/notesSlides/notesSlide5.xml" Id="Re57e5af5c3ef48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b4987aa044317" /><Relationship Type="http://schemas.openxmlformats.org/officeDocument/2006/relationships/notesSlide" Target="/ppt/notesSlides/notesSlide6.xml" Id="R52a87ef69f5048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7c3b519a14eeb" /><Relationship Type="http://schemas.openxmlformats.org/officeDocument/2006/relationships/notesSlide" Target="/ppt/notesSlides/notesSlide7.xml" Id="R2a956c1d199c4c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0e1834bfe452b" /><Relationship Type="http://schemas.openxmlformats.org/officeDocument/2006/relationships/notesSlide" Target="/ppt/notesSlides/notesSlide8.xml" Id="Rcf35d29049f743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c5b5abad9453d" /><Relationship Type="http://schemas.openxmlformats.org/officeDocument/2006/relationships/notesSlide" Target="/ppt/notesSlides/notesSlide9.xml" Id="R90406f34f8e0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5b46ea37e40e7" /><Relationship Type="http://schemas.openxmlformats.org/officeDocument/2006/relationships/notesSlide" Target="/ppt/notesSlides/notesSlide10.xml" Id="R86c2a1f18cd740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9e70447f24b18" /><Relationship Type="http://schemas.openxmlformats.org/officeDocument/2006/relationships/notesSlide" Target="/ppt/notesSlides/notesSlide11.xml" Id="R1578e28c05de44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f566cf4d64656" /><Relationship Type="http://schemas.openxmlformats.org/officeDocument/2006/relationships/notesSlide" Target="/ppt/notesSlides/notesSlide12.xml" Id="R2bc25ae4c4d041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26fcf05dd4256" /><Relationship Type="http://schemas.openxmlformats.org/officeDocument/2006/relationships/notesSlide" Target="/ppt/notesSlides/notesSlide13.xml" Id="R5d33568cf51343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89b4b0e7f4741" /><Relationship Type="http://schemas.openxmlformats.org/officeDocument/2006/relationships/notesSlide" Target="/ppt/notesSlides/notesSlide14.xml" Id="Rc00965609f3a48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f603da823490d" /><Relationship Type="http://schemas.openxmlformats.org/officeDocument/2006/relationships/notesSlide" Target="/ppt/notesSlides/notesSlide15.xml" Id="R5e6a7779277c42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9fcd1ef34252" /><Relationship Type="http://schemas.openxmlformats.org/officeDocument/2006/relationships/notesSlide" Target="/ppt/notesSlides/notesSlide16.xml" Id="Rb9ac1593a99241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82c244863480e" /><Relationship Type="http://schemas.openxmlformats.org/officeDocument/2006/relationships/notesSlide" Target="/ppt/notesSlides/notesSlide17.xml" Id="R2c1414a780694c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aa54ffdd24f9c" /><Relationship Type="http://schemas.openxmlformats.org/officeDocument/2006/relationships/notesSlide" Target="/ppt/notesSlides/notesSlide18.xml" Id="R8ef2c06b65b34e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bc01943914d3f" /><Relationship Type="http://schemas.openxmlformats.org/officeDocument/2006/relationships/notesSlide" Target="/ppt/notesSlides/notesSlide19.xml" Id="Ra72eaa08b8b34c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38201f863432a" /><Relationship Type="http://schemas.openxmlformats.org/officeDocument/2006/relationships/notesSlide" Target="/ppt/notesSlides/notesSlide20.xml" Id="R470cfe73bf3a47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1DF0F54E-09DD-4D1F-B01B-C032279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8CFC3FB-E5DD-4A99-BE1D-4E2B1AAE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08D176B-A59D-4896-9188-D24DCD76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71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CD72057-DD10-4CFF-ABE1-26B5D0BA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When can an extra feature make a model worse?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4ECD1D62-77E3-4869-8BA9-329C166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8066F1E-8C9C-4409-917B-DFCDB71B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1D791FD-D963-4E87-B962-E3BC71F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C42F71A-B3F6-4CFF-AD5B-E4448CB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1232989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B2D623A4-3431-48A1-BE9E-311F4D36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0243F024-9BC6-49C0-AB9F-731D3A49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7A143B04-B859-4A50-84F1-AB626740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825FBACE-E937-450E-811E-376AB2B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4D2AE411-CD1D-453C-916C-D333C5A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5E7C8274-7ACE-453C-BE4B-7D486C32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FACDD619-C052-4A11-A144-4CFE255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89D6FC16-FE92-4EF8-A7C0-4C74EF3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370A89C-66E0-4950-B369-CA91BE0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150B347B-3009-40FB-9D6A-9B63CD0B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0D0DAB38-1787-4A24-BCCB-AD89971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251D52E4-DB07-49D6-9850-F998647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5DF74395-9D37-4F5B-95F8-12FFE61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C9B06BAE-E3E8-4B61-B9DF-49947DD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AC413264-65CD-4E26-8421-515290E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A3AAB5BC-AEE7-4881-831D-A97EBBA7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1675073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20951D2A-393A-40A1-A412-2DB07845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checks: addition and removal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FBF23136-029E-4404-B923-9F1B2BC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D5331A69-A6EF-4E2F-AD19-0A1AF48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373E46DF-3496-442A-A5D3-DB00C3CD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First find a harmful context.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removal helps.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C9C89153-3DD4-49B8-A0FA-046719D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8900"/>
            <a:ext cx="654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1. Addition check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8D79B574-FE58-4B19-B6B4-3412374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98900"/>
            <a:ext cx="622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Removal check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3F71B08D-FFDF-4685-9E5C-A57D7C07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5500"/>
            <a:ext cx="65405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 with S plus input i.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85266E69-9079-4D5C-AB5F-9B42FF51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35500"/>
            <a:ext cx="622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full inputs with a reduced set.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0F18A2BA-78F8-4F3B-BC71-3EB89D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5405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Does adding i make this feature group fall below the performance requirement?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92601D27-A486-4B35-A8B2-F37539F3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600700"/>
            <a:ext cx="6223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On independent data, does removal give a useful smaller model? Check prediction loss and total cost.</a:t>
            </a:r>
          </a:p>
        </p:txBody>
      </p:sp>
      <p:sp>
        <p:nvSpPr>
          <p:cNvPr id="11" name="rule-35">
            <a:extLst xmlns:a="http://schemas.openxmlformats.org/drawingml/2006/main">
              <a:ext uri="{FF2B5EF4-FFF2-40B4-BE49-F238E27FC236}">
                <a16:creationId xmlns:a16="http://schemas.microsoft.com/office/drawing/2014/main" id="{335C1216-5765-4C81-A047-443205F9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7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608EDD66-F488-4836-A526-6D25A71B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565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Local harm motivates a removal test. Deletion benefit needs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1923207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7">
            <a:extLst xmlns:a="http://schemas.openxmlformats.org/drawingml/2006/main">
              <a:ext uri="{FF2B5EF4-FFF2-40B4-BE49-F238E27FC236}">
                <a16:creationId xmlns:a16="http://schemas.microsoft.com/office/drawing/2014/main" id="{40CB6C02-8885-4737-809B-ADB6BB9C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formulas behind the addition check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6E19E4A2-1A33-485C-9EBF-77A6F346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FDB3CEC7-F873-4E5C-8E0A-4C18E0F8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BA2F62EA-9889-44D5-85F1-0A2E8FFA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D: full analyzed input set. S: selected inputs without i. i: the input to add.</a:t>
            </a:r>
          </a:p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U(S): validation score after training on S. Higher is better.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B77CE8E6-4E84-44F3-9CED-001EDFAD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622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q = α U(D)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AF8AF5CA-7DEE-44D3-A54D-C7DB984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048000"/>
            <a:ext cx="6794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q is the required score. By default,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α = 0.95, so q is 95% of U(D).</a:t>
            </a:r>
          </a:p>
        </p:txBody>
      </p:sp>
      <p:sp>
        <p:nvSpPr>
          <p:cNvPr id="7" name="rule-43">
            <a:extLst xmlns:a="http://schemas.openxmlformats.org/drawingml/2006/main">
              <a:ext uri="{FF2B5EF4-FFF2-40B4-BE49-F238E27FC236}">
                <a16:creationId xmlns:a16="http://schemas.microsoft.com/office/drawing/2014/main" id="{9271801B-570B-4D07-8B6B-5EABEB3F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BC8E43A5-15BF-4A41-9827-28CE3153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3700"/>
            <a:ext cx="65405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vα(S) = 1[U(S) ≥ q]</a:t>
            </a:r>
          </a:p>
        </p:txBody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4B824D88-FB7D-462F-ADFA-FDE1CF4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4127500"/>
            <a:ext cx="6794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1 means the score meets the requirement.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 means it falls below the requirement.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4875E2DE-F36B-4C6E-B132-4B8ECE9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6604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Δᵢ(S) = vα(S ∪ {i}) − vα(S)</a:t>
            </a:r>
          </a:p>
        </p:txBody>
      </p:sp>
      <p:sp>
        <p:nvSpPr>
          <p:cNvPr id="11" name="text-47">
            <a:extLst xmlns:a="http://schemas.openxmlformats.org/drawingml/2006/main">
              <a:ext uri="{FF2B5EF4-FFF2-40B4-BE49-F238E27FC236}">
                <a16:creationId xmlns:a16="http://schemas.microsoft.com/office/drawing/2014/main" id="{7486DA48-C8DC-47B5-8405-5464B190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5143500"/>
            <a:ext cx="6794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the change after adding i.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 means a change from pass to fail.</a:t>
            </a:r>
          </a:p>
        </p:txBody>
      </p:sp>
      <p:sp>
        <p:nvSpPr>
          <p:cNvPr id="12" name="text-48">
            <a:extLst xmlns:a="http://schemas.openxmlformats.org/drawingml/2006/main">
              <a:ext uri="{FF2B5EF4-FFF2-40B4-BE49-F238E27FC236}">
                <a16:creationId xmlns:a16="http://schemas.microsoft.com/office/drawing/2014/main" id="{E822F96C-033B-4977-8CD7-C213129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6604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Mᵢ = min { Δᵢ(S) }</a:t>
            </a:r>
          </a:p>
        </p:txBody>
      </p:sp>
      <p:sp>
        <p:nvSpPr>
          <p:cNvPr id="13" name="text-49">
            <a:extLst xmlns:a="http://schemas.openxmlformats.org/drawingml/2006/main">
              <a:ext uri="{FF2B5EF4-FFF2-40B4-BE49-F238E27FC236}">
                <a16:creationId xmlns:a16="http://schemas.microsoft.com/office/drawing/2014/main" id="{4A504002-8595-4019-8C13-BC2629E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6235700"/>
            <a:ext cx="679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takes the minimum over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all input groups S without i.</a:t>
            </a:r>
          </a:p>
        </p:txBody>
      </p:sp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278264D9-BDC6-470F-8446-7500EF3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Mᵢ = −1 means at least one harmful context exists under the fixed task conditions.</a:t>
            </a:r>
          </a:p>
        </p:txBody>
      </p:sp>
    </p:spTree>
    <p:extLst>
      <p:ext uri="{BB962C8B-B14F-4D97-AF65-F5344CB8AC3E}">
        <p14:creationId xmlns:p14="http://schemas.microsoft.com/office/powerpoint/2010/main" val="1987223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1">
            <a:extLst xmlns:a="http://schemas.openxmlformats.org/drawingml/2006/main">
              <a:ext uri="{FF2B5EF4-FFF2-40B4-BE49-F238E27FC236}">
                <a16:creationId xmlns:a16="http://schemas.microsoft.com/office/drawing/2014/main" id="{6D63755C-13A5-4F27-9F87-82DAF87C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5697C86C-2806-4AC7-B444-9A7B364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54939DBB-F549-4209-A15A-3FF9B96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DAD290A0-F9EA-438B-8F2B-F1C1D700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only: α = 0.95, U(D) = 0.90, so q = 0.855</a:t>
            </a:r>
          </a:p>
        </p:txBody>
      </p:sp>
      <p:sp>
        <p:nvSpPr>
          <p:cNvPr id="5" name="stage-55">
            <a:extLst xmlns:a="http://schemas.openxmlformats.org/drawingml/2006/main">
              <a:ext uri="{FF2B5EF4-FFF2-40B4-BE49-F238E27FC236}">
                <a16:creationId xmlns:a16="http://schemas.microsoft.com/office/drawing/2014/main" id="{AC02C61D-B1D2-468A-A0ED-0F95F893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BD181FCF-5B88-4031-B966-22B78095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400B699E-40FD-455E-A335-E241C15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58">
            <a:extLst xmlns:a="http://schemas.openxmlformats.org/drawingml/2006/main">
              <a:ext uri="{FF2B5EF4-FFF2-40B4-BE49-F238E27FC236}">
                <a16:creationId xmlns:a16="http://schemas.microsoft.com/office/drawing/2014/main" id="{7002EDFF-5AF3-41A5-A5BC-B469FA0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C98F97CA-087D-4E73-9A6F-F2812BB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00408C5A-BDB5-4F4F-B321-12EB3A79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5770AA5F-8FD2-4583-9A7D-66DE4AC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76601620-231F-41BE-9533-20AFF044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C904DA02-B25B-4410-AFBC-5A642899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Here Δᵢ(S) = 0 − 1 = −1: a harmful witness that another person can check.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1F0976B4-04DB-40CC-B0C5-49C08585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100183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65">
            <a:extLst xmlns:a="http://schemas.openxmlformats.org/drawingml/2006/main">
              <a:ext uri="{FF2B5EF4-FFF2-40B4-BE49-F238E27FC236}">
                <a16:creationId xmlns:a16="http://schemas.microsoft.com/office/drawing/2014/main" id="{2B6DBAE7-DBA2-4BA3-9852-B33993E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66">
            <a:extLst xmlns:a="http://schemas.openxmlformats.org/drawingml/2006/main">
              <a:ext uri="{FF2B5EF4-FFF2-40B4-BE49-F238E27FC236}">
                <a16:creationId xmlns:a16="http://schemas.microsoft.com/office/drawing/2014/main" id="{71EB7F8A-BCE4-4564-A6A4-55062038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7">
            <a:extLst xmlns:a="http://schemas.openxmlformats.org/drawingml/2006/main">
              <a:ext uri="{FF2B5EF4-FFF2-40B4-BE49-F238E27FC236}">
                <a16:creationId xmlns:a16="http://schemas.microsoft.com/office/drawing/2014/main" id="{AFE9407F-D74F-4EC2-98A9-38FCE95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68">
            <a:extLst xmlns:a="http://schemas.openxmlformats.org/drawingml/2006/main">
              <a:ext uri="{FF2B5EF4-FFF2-40B4-BE49-F238E27FC236}">
                <a16:creationId xmlns:a16="http://schemas.microsoft.com/office/drawing/2014/main" id="{03AE3C62-5D40-41A6-A51A-9E237858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69">
            <a:extLst xmlns:a="http://schemas.openxmlformats.org/drawingml/2006/main">
              <a:ext uri="{FF2B5EF4-FFF2-40B4-BE49-F238E27FC236}">
                <a16:creationId xmlns:a16="http://schemas.microsoft.com/office/drawing/2014/main" id="{2D8B7FBF-4906-4216-9476-0ABE1E79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70">
            <a:extLst xmlns:a="http://schemas.openxmlformats.org/drawingml/2006/main">
              <a:ext uri="{FF2B5EF4-FFF2-40B4-BE49-F238E27FC236}">
                <a16:creationId xmlns:a16="http://schemas.microsoft.com/office/drawing/2014/main" id="{77AAAA00-9AD9-4EA2-9965-A4E368E9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64A97E07-C2CA-488C-87CE-11A4852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72">
            <a:extLst xmlns:a="http://schemas.openxmlformats.org/drawingml/2006/main">
              <a:ext uri="{FF2B5EF4-FFF2-40B4-BE49-F238E27FC236}">
                <a16:creationId xmlns:a16="http://schemas.microsoft.com/office/drawing/2014/main" id="{5D67CB4E-8F1B-49B5-93B8-AA7B00E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73">
            <a:extLst xmlns:a="http://schemas.openxmlformats.org/drawingml/2006/main">
              <a:ext uri="{FF2B5EF4-FFF2-40B4-BE49-F238E27FC236}">
                <a16:creationId xmlns:a16="http://schemas.microsoft.com/office/drawing/2014/main" id="{3BDE2BDB-F911-464A-802D-BBCFEBC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31173576-3F44-4DF5-84E8-5ADE3C38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75">
            <a:extLst xmlns:a="http://schemas.openxmlformats.org/drawingml/2006/main">
              <a:ext uri="{FF2B5EF4-FFF2-40B4-BE49-F238E27FC236}">
                <a16:creationId xmlns:a16="http://schemas.microsoft.com/office/drawing/2014/main" id="{B96A9388-05C4-429B-8CA1-CFF6852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A412DCAC-B57B-49EA-9B09-2FC2C9CA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Record failures</a:t>
            </a:r>
          </a:p>
        </p:txBody>
      </p:sp>
      <p:sp>
        <p:nvSpPr>
          <p:cNvPr id="13" name="text-77">
            <a:extLst xmlns:a="http://schemas.openxmlformats.org/drawingml/2006/main">
              <a:ext uri="{FF2B5EF4-FFF2-40B4-BE49-F238E27FC236}">
                <a16:creationId xmlns:a16="http://schemas.microsoft.com/office/drawing/2014/main" id="{684D7E4A-5187-4DA2-88DF-8DFD41DA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Save only pass-to-fail: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i, S, scores and threshold.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608DC77E-B443-459A-8E9D-C031750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79">
            <a:extLst xmlns:a="http://schemas.openxmlformats.org/drawingml/2006/main">
              <a:ext uri="{FF2B5EF4-FFF2-40B4-BE49-F238E27FC236}">
                <a16:creationId xmlns:a16="http://schemas.microsoft.com/office/drawing/2014/main" id="{CAA41CA2-5E1F-41EF-A2AC-46AE08C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35F16F54-2626-46A1-B4BB-59A451E5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81">
            <a:extLst xmlns:a="http://schemas.openxmlformats.org/drawingml/2006/main">
              <a:ext uri="{FF2B5EF4-FFF2-40B4-BE49-F238E27FC236}">
                <a16:creationId xmlns:a16="http://schemas.microsoft.com/office/drawing/2014/main" id="{96935F58-9B07-452A-96A4-C446AD0B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82">
            <a:extLst xmlns:a="http://schemas.openxmlformats.org/drawingml/2006/main">
              <a:ext uri="{FF2B5EF4-FFF2-40B4-BE49-F238E27FC236}">
                <a16:creationId xmlns:a16="http://schemas.microsoft.com/office/drawing/2014/main" id="{873BD778-9208-40F3-BFD1-FBC6B41C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83">
            <a:extLst xmlns:a="http://schemas.openxmlformats.org/drawingml/2006/main">
              <a:ext uri="{FF2B5EF4-FFF2-40B4-BE49-F238E27FC236}">
                <a16:creationId xmlns:a16="http://schemas.microsoft.com/office/drawing/2014/main" id="{F72200AD-C2EF-4CEC-9E29-C5070DE7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84">
            <a:extLst xmlns:a="http://schemas.openxmlformats.org/drawingml/2006/main">
              <a:ext uri="{FF2B5EF4-FFF2-40B4-BE49-F238E27FC236}">
                <a16:creationId xmlns:a16="http://schemas.microsoft.com/office/drawing/2014/main" id="{3E7957DD-D2F4-4E95-BC7B-AFA6842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85">
            <a:extLst xmlns:a="http://schemas.openxmlformats.org/drawingml/2006/main">
              <a:ext uri="{FF2B5EF4-FFF2-40B4-BE49-F238E27FC236}">
                <a16:creationId xmlns:a16="http://schemas.microsoft.com/office/drawing/2014/main" id="{E028A257-CACD-4754-A5C5-9FE3F59B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86">
            <a:extLst xmlns:a="http://schemas.openxmlformats.org/drawingml/2006/main">
              <a:ext uri="{FF2B5EF4-FFF2-40B4-BE49-F238E27FC236}">
                <a16:creationId xmlns:a16="http://schemas.microsoft.com/office/drawing/2014/main" id="{A986F59D-FA15-4F0F-B985-DD9E1FD3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87">
            <a:extLst xmlns:a="http://schemas.openxmlformats.org/drawingml/2006/main">
              <a:ext uri="{FF2B5EF4-FFF2-40B4-BE49-F238E27FC236}">
                <a16:creationId xmlns:a16="http://schemas.microsoft.com/office/drawing/2014/main" id="{66F38D05-4736-4F40-AE63-8522384D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9" name="text-88">
            <a:extLst xmlns:a="http://schemas.openxmlformats.org/drawingml/2006/main">
              <a:ext uri="{FF2B5EF4-FFF2-40B4-BE49-F238E27FC236}">
                <a16:creationId xmlns:a16="http://schemas.microsoft.com/office/drawing/2014/main" id="{606BADFF-63D3-406A-8313-61DED1A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0800"/>
            <a:ext cx="914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Repeat the audit within a fixed query budget.</a:t>
            </a:r>
          </a:p>
        </p:txBody>
      </p:sp>
      <p:sp>
        <p:nvSpPr>
          <p:cNvPr id="30" name="text-89">
            <a:extLst xmlns:a="http://schemas.openxmlformats.org/drawingml/2006/main">
              <a:ext uri="{FF2B5EF4-FFF2-40B4-BE49-F238E27FC236}">
                <a16:creationId xmlns:a16="http://schemas.microsoft.com/office/drawing/2014/main" id="{930A10FC-D897-4673-8BBC-6AC5D436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PLANNED 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229767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7A079707-3C54-4608-9FF9-F8C601A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0E85A454-838A-4D8C-B2E9-93B5878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0C9A2B2E-01CD-4725-9E57-A5B0C0C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2E219420-7378-40D3-BBD1-3111BD3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94">
            <a:extLst xmlns:a="http://schemas.openxmlformats.org/drawingml/2006/main">
              <a:ext uri="{FF2B5EF4-FFF2-40B4-BE49-F238E27FC236}">
                <a16:creationId xmlns:a16="http://schemas.microsoft.com/office/drawing/2014/main" id="{9F01785F-A16D-4E1F-9866-45BE78B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8C79880F-EB42-40B1-9CF2-864634A1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996698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1AA26F1D-EE8C-467F-8E7E-F41DAACE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97">
            <a:extLst xmlns:a="http://schemas.openxmlformats.org/drawingml/2006/main">
              <a:ext uri="{FF2B5EF4-FFF2-40B4-BE49-F238E27FC236}">
                <a16:creationId xmlns:a16="http://schemas.microsoft.com/office/drawing/2014/main" id="{4A20E132-B67D-4676-90BF-1EF17BDB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A153F5B8-A3BA-4756-8E4F-2F0F785B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25F2C1CD-88C7-4D81-8A99-0600A3E9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1DED6734-FB80-4F08-93AC-151CCCA5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95A1C25F-034C-4343-9713-09444E31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4A3564EC-2F73-4937-B07D-C69EC9F5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7561AC17-F526-47C5-985E-1EA8FB99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104">
            <a:extLst xmlns:a="http://schemas.openxmlformats.org/drawingml/2006/main">
              <a:ext uri="{FF2B5EF4-FFF2-40B4-BE49-F238E27FC236}">
                <a16:creationId xmlns:a16="http://schemas.microsoft.com/office/drawing/2014/main" id="{F717AEF7-379F-40B7-ADF1-281F20B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A178388F-92A6-4D1B-B4ED-F920495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62F0BEFA-A25E-4C2B-B567-0FBE83C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1033107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9AD3FA41-92A7-46F1-A63E-D9E65B5F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108">
            <a:extLst xmlns:a="http://schemas.openxmlformats.org/drawingml/2006/main">
              <a:ext uri="{FF2B5EF4-FFF2-40B4-BE49-F238E27FC236}">
                <a16:creationId xmlns:a16="http://schemas.microsoft.com/office/drawing/2014/main" id="{8D3F7D61-E1A8-421D-9ED7-4E357E62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E6959CFA-5161-4436-8E46-22F714E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B428C7F4-8A68-43F3-890F-E72EAD7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20822271-9E56-4150-8D30-24FFD753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60D76462-51A9-4034-83EA-0933883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 Details are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1162020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97B8A67E-8E32-4099-AF13-A199A07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114">
            <a:extLst xmlns:a="http://schemas.openxmlformats.org/drawingml/2006/main">
              <a:ext uri="{FF2B5EF4-FFF2-40B4-BE49-F238E27FC236}">
                <a16:creationId xmlns:a16="http://schemas.microsoft.com/office/drawing/2014/main" id="{9C35E7A1-A275-4DE0-8C95-6359646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C5DFC1BF-B4B0-4AE1-B357-9D936B3D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AC0878E7-A246-43E7-8451-24E412F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17">
            <a:extLst xmlns:a="http://schemas.openxmlformats.org/drawingml/2006/main">
              <a:ext uri="{FF2B5EF4-FFF2-40B4-BE49-F238E27FC236}">
                <a16:creationId xmlns:a16="http://schemas.microsoft.com/office/drawing/2014/main" id="{21AFDAE8-1FD7-48D4-9324-2268899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18">
            <a:extLst xmlns:a="http://schemas.openxmlformats.org/drawingml/2006/main">
              <a:ext uri="{FF2B5EF4-FFF2-40B4-BE49-F238E27FC236}">
                <a16:creationId xmlns:a16="http://schemas.microsoft.com/office/drawing/2014/main" id="{7C86BA12-E780-44E2-B096-CEBB114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19">
            <a:extLst xmlns:a="http://schemas.openxmlformats.org/drawingml/2006/main">
              <a:ext uri="{FF2B5EF4-FFF2-40B4-BE49-F238E27FC236}">
                <a16:creationId xmlns:a16="http://schemas.microsoft.com/office/drawing/2014/main" id="{4FF2EBEF-FD0F-4FCC-A27E-E4575D76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7806EEE4-6C17-4899-A825-BA0C1193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4388FC81-D8AB-4995-8E60-A2B3858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22">
            <a:extLst xmlns:a="http://schemas.openxmlformats.org/drawingml/2006/main">
              <a:ext uri="{FF2B5EF4-FFF2-40B4-BE49-F238E27FC236}">
                <a16:creationId xmlns:a16="http://schemas.microsoft.com/office/drawing/2014/main" id="{CA6D7FF4-1476-414B-AF95-5E59F85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922AB14F-C0A4-461C-9BC8-E23341DB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24">
            <a:extLst xmlns:a="http://schemas.openxmlformats.org/drawingml/2006/main">
              <a:ext uri="{FF2B5EF4-FFF2-40B4-BE49-F238E27FC236}">
                <a16:creationId xmlns:a16="http://schemas.microsoft.com/office/drawing/2014/main" id="{98922E8C-D89E-48FE-A609-2D489D1E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1533037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5">
            <a:extLst xmlns:a="http://schemas.openxmlformats.org/drawingml/2006/main">
              <a:ext uri="{FF2B5EF4-FFF2-40B4-BE49-F238E27FC236}">
                <a16:creationId xmlns:a16="http://schemas.microsoft.com/office/drawing/2014/main" id="{91244EB9-6623-4AF0-B874-DFA002C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26">
            <a:extLst xmlns:a="http://schemas.openxmlformats.org/drawingml/2006/main">
              <a:ext uri="{FF2B5EF4-FFF2-40B4-BE49-F238E27FC236}">
                <a16:creationId xmlns:a16="http://schemas.microsoft.com/office/drawing/2014/main" id="{40A206F9-8CC9-4E3C-B473-8D5A22D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D19721F8-D369-4139-8EF6-91557E6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26BF3307-FFD4-4019-9657-FB56447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29">
            <a:extLst xmlns:a="http://schemas.openxmlformats.org/drawingml/2006/main">
              <a:ext uri="{FF2B5EF4-FFF2-40B4-BE49-F238E27FC236}">
                <a16:creationId xmlns:a16="http://schemas.microsoft.com/office/drawing/2014/main" id="{73ACEC75-C58B-450E-8E82-4166EE6A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6B4645DA-4F46-44FD-B0F1-6CB7F642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FD6F6714-2E48-406D-9365-828C8C11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32">
            <a:extLst xmlns:a="http://schemas.openxmlformats.org/drawingml/2006/main">
              <a:ext uri="{FF2B5EF4-FFF2-40B4-BE49-F238E27FC236}">
                <a16:creationId xmlns:a16="http://schemas.microsoft.com/office/drawing/2014/main" id="{BEA42B1C-FD17-4680-96F4-BB40788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33">
            <a:extLst xmlns:a="http://schemas.openxmlformats.org/drawingml/2006/main">
              <a:ext uri="{FF2B5EF4-FFF2-40B4-BE49-F238E27FC236}">
                <a16:creationId xmlns:a16="http://schemas.microsoft.com/office/drawing/2014/main" id="{D8E96333-9952-4013-89E7-8314EA0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34">
            <a:extLst xmlns:a="http://schemas.openxmlformats.org/drawingml/2006/main">
              <a:ext uri="{FF2B5EF4-FFF2-40B4-BE49-F238E27FC236}">
                <a16:creationId xmlns:a16="http://schemas.microsoft.com/office/drawing/2014/main" id="{6E271CCF-7124-41FD-BA93-17476154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35">
            <a:extLst xmlns:a="http://schemas.openxmlformats.org/drawingml/2006/main">
              <a:ext uri="{FF2B5EF4-FFF2-40B4-BE49-F238E27FC236}">
                <a16:creationId xmlns:a16="http://schemas.microsoft.com/office/drawing/2014/main" id="{E03B7DB5-DCAE-47DF-97DA-A09563A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36">
            <a:extLst xmlns:a="http://schemas.openxmlformats.org/drawingml/2006/main">
              <a:ext uri="{FF2B5EF4-FFF2-40B4-BE49-F238E27FC236}">
                <a16:creationId xmlns:a16="http://schemas.microsoft.com/office/drawing/2014/main" id="{73BC2F24-3FDD-4CD6-9FA7-E2BC000F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37">
            <a:extLst xmlns:a="http://schemas.openxmlformats.org/drawingml/2006/main">
              <a:ext uri="{FF2B5EF4-FFF2-40B4-BE49-F238E27FC236}">
                <a16:creationId xmlns:a16="http://schemas.microsoft.com/office/drawing/2014/main" id="{14052BC1-50D3-4D2E-B71E-B270444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38">
            <a:extLst xmlns:a="http://schemas.openxmlformats.org/drawingml/2006/main">
              <a:ext uri="{FF2B5EF4-FFF2-40B4-BE49-F238E27FC236}">
                <a16:creationId xmlns:a16="http://schemas.microsoft.com/office/drawing/2014/main" id="{E023841F-7F6D-4E7B-B22C-4F3E98B0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39">
            <a:extLst xmlns:a="http://schemas.openxmlformats.org/drawingml/2006/main">
              <a:ext uri="{FF2B5EF4-FFF2-40B4-BE49-F238E27FC236}">
                <a16:creationId xmlns:a16="http://schemas.microsoft.com/office/drawing/2014/main" id="{987402E0-7459-4225-9954-991CF71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40">
            <a:extLst xmlns:a="http://schemas.openxmlformats.org/drawingml/2006/main">
              <a:ext uri="{FF2B5EF4-FFF2-40B4-BE49-F238E27FC236}">
                <a16:creationId xmlns:a16="http://schemas.microsoft.com/office/drawing/2014/main" id="{F788D862-6A71-4594-8A7F-2B2E8822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1" name="text-141">
            <a:extLst xmlns:a="http://schemas.openxmlformats.org/drawingml/2006/main">
              <a:ext uri="{FF2B5EF4-FFF2-40B4-BE49-F238E27FC236}">
                <a16:creationId xmlns:a16="http://schemas.microsoft.com/office/drawing/2014/main" id="{DDA7FBE5-E136-4501-BEFF-3F288E2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7014476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8BA74365-D666-4D0E-8602-D0C26D82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43">
            <a:extLst xmlns:a="http://schemas.openxmlformats.org/drawingml/2006/main">
              <a:ext uri="{FF2B5EF4-FFF2-40B4-BE49-F238E27FC236}">
                <a16:creationId xmlns:a16="http://schemas.microsoft.com/office/drawing/2014/main" id="{5C9EF082-B219-40EE-BA58-030B3319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23166FAA-011A-4A72-8E2D-66A197B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1DC540CE-8174-4661-812B-E658A202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13BF07D1-AF18-4EA7-AEE8-1B80FE51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7455772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47">
            <a:extLst xmlns:a="http://schemas.openxmlformats.org/drawingml/2006/main">
              <a:ext uri="{FF2B5EF4-FFF2-40B4-BE49-F238E27FC236}">
                <a16:creationId xmlns:a16="http://schemas.microsoft.com/office/drawing/2014/main" id="{9ABD6B63-90E0-4D15-8AF8-756C1A2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48">
            <a:extLst xmlns:a="http://schemas.openxmlformats.org/drawingml/2006/main">
              <a:ext uri="{FF2B5EF4-FFF2-40B4-BE49-F238E27FC236}">
                <a16:creationId xmlns:a16="http://schemas.microsoft.com/office/drawing/2014/main" id="{650848D6-6D38-4CC7-BD4A-98C6C440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E26366E0-F9D8-4737-B42C-BB93549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8EE058F2-721E-44DD-A152-74BF7F61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51">
            <a:extLst xmlns:a="http://schemas.openxmlformats.org/drawingml/2006/main">
              <a:ext uri="{FF2B5EF4-FFF2-40B4-BE49-F238E27FC236}">
                <a16:creationId xmlns:a16="http://schemas.microsoft.com/office/drawing/2014/main" id="{08200C64-39DA-4C8E-B3C5-C24A937E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50CBB364-6146-4A82-AEC8-A30F480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D997A54C-636C-4C7F-B3FA-B295882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54">
            <a:extLst xmlns:a="http://schemas.openxmlformats.org/drawingml/2006/main">
              <a:ext uri="{FF2B5EF4-FFF2-40B4-BE49-F238E27FC236}">
                <a16:creationId xmlns:a16="http://schemas.microsoft.com/office/drawing/2014/main" id="{0926DA80-3702-4BE9-8662-CF9BA2B4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55">
            <a:extLst xmlns:a="http://schemas.openxmlformats.org/drawingml/2006/main">
              <a:ext uri="{FF2B5EF4-FFF2-40B4-BE49-F238E27FC236}">
                <a16:creationId xmlns:a16="http://schemas.microsoft.com/office/drawing/2014/main" id="{8C9C0DB8-50EB-4872-BFE7-FA0F563A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56">
            <a:extLst xmlns:a="http://schemas.openxmlformats.org/drawingml/2006/main">
              <a:ext uri="{FF2B5EF4-FFF2-40B4-BE49-F238E27FC236}">
                <a16:creationId xmlns:a16="http://schemas.microsoft.com/office/drawing/2014/main" id="{B15DE525-4039-430F-8EB7-B8D6A48E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57">
            <a:extLst xmlns:a="http://schemas.openxmlformats.org/drawingml/2006/main">
              <a:ext uri="{FF2B5EF4-FFF2-40B4-BE49-F238E27FC236}">
                <a16:creationId xmlns:a16="http://schemas.microsoft.com/office/drawing/2014/main" id="{673E31A0-2C93-4B83-A947-F7B14E25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58">
            <a:extLst xmlns:a="http://schemas.openxmlformats.org/drawingml/2006/main">
              <a:ext uri="{FF2B5EF4-FFF2-40B4-BE49-F238E27FC236}">
                <a16:creationId xmlns:a16="http://schemas.microsoft.com/office/drawing/2014/main" id="{011D0A62-D54F-4DE9-9BE1-69236C77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59">
            <a:extLst xmlns:a="http://schemas.openxmlformats.org/drawingml/2006/main">
              <a:ext uri="{FF2B5EF4-FFF2-40B4-BE49-F238E27FC236}">
                <a16:creationId xmlns:a16="http://schemas.microsoft.com/office/drawing/2014/main" id="{5A5A5063-9BD7-4396-8A49-3B6496B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60">
            <a:extLst xmlns:a="http://schemas.openxmlformats.org/drawingml/2006/main">
              <a:ext uri="{FF2B5EF4-FFF2-40B4-BE49-F238E27FC236}">
                <a16:creationId xmlns:a16="http://schemas.microsoft.com/office/drawing/2014/main" id="{728A8BA3-77F7-423F-A282-450839DC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61">
            <a:extLst xmlns:a="http://schemas.openxmlformats.org/drawingml/2006/main">
              <a:ext uri="{FF2B5EF4-FFF2-40B4-BE49-F238E27FC236}">
                <a16:creationId xmlns:a16="http://schemas.microsoft.com/office/drawing/2014/main" id="{B926552A-E887-4500-B569-66617581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1659255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2">
            <a:extLst xmlns:a="http://schemas.openxmlformats.org/drawingml/2006/main">
              <a:ext uri="{FF2B5EF4-FFF2-40B4-BE49-F238E27FC236}">
                <a16:creationId xmlns:a16="http://schemas.microsoft.com/office/drawing/2014/main" id="{F63C3431-7961-48C1-BD8C-DEF75FA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63">
            <a:extLst xmlns:a="http://schemas.openxmlformats.org/drawingml/2006/main">
              <a:ext uri="{FF2B5EF4-FFF2-40B4-BE49-F238E27FC236}">
                <a16:creationId xmlns:a16="http://schemas.microsoft.com/office/drawing/2014/main" id="{1C52075D-856D-49DB-850D-2316A17A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4">
            <a:extLst xmlns:a="http://schemas.openxmlformats.org/drawingml/2006/main">
              <a:ext uri="{FF2B5EF4-FFF2-40B4-BE49-F238E27FC236}">
                <a16:creationId xmlns:a16="http://schemas.microsoft.com/office/drawing/2014/main" id="{C5834B41-5EBA-466C-85B4-92C7180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5">
            <a:extLst xmlns:a="http://schemas.openxmlformats.org/drawingml/2006/main">
              <a:ext uri="{FF2B5EF4-FFF2-40B4-BE49-F238E27FC236}">
                <a16:creationId xmlns:a16="http://schemas.microsoft.com/office/drawing/2014/main" id="{A4079218-30AC-469E-ACD9-D6016B4B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66">
            <a:extLst xmlns:a="http://schemas.openxmlformats.org/drawingml/2006/main">
              <a:ext uri="{FF2B5EF4-FFF2-40B4-BE49-F238E27FC236}">
                <a16:creationId xmlns:a16="http://schemas.microsoft.com/office/drawing/2014/main" id="{E5719FA4-F34B-492B-AB39-1013D97B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67">
            <a:extLst xmlns:a="http://schemas.openxmlformats.org/drawingml/2006/main">
              <a:ext uri="{FF2B5EF4-FFF2-40B4-BE49-F238E27FC236}">
                <a16:creationId xmlns:a16="http://schemas.microsoft.com/office/drawing/2014/main" id="{007A46E8-4C2F-4AE4-934F-4F46681A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68">
            <a:extLst xmlns:a="http://schemas.openxmlformats.org/drawingml/2006/main">
              <a:ext uri="{FF2B5EF4-FFF2-40B4-BE49-F238E27FC236}">
                <a16:creationId xmlns:a16="http://schemas.microsoft.com/office/drawing/2014/main" id="{E64468A1-908A-47EC-B96A-B791635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69">
            <a:extLst xmlns:a="http://schemas.openxmlformats.org/drawingml/2006/main">
              <a:ext uri="{FF2B5EF4-FFF2-40B4-BE49-F238E27FC236}">
                <a16:creationId xmlns:a16="http://schemas.microsoft.com/office/drawing/2014/main" id="{0648CC78-5812-4CFB-BFA5-1A5A4540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70">
            <a:extLst xmlns:a="http://schemas.openxmlformats.org/drawingml/2006/main">
              <a:ext uri="{FF2B5EF4-FFF2-40B4-BE49-F238E27FC236}">
                <a16:creationId xmlns:a16="http://schemas.microsoft.com/office/drawing/2014/main" id="{04410047-A7FC-4A7C-8381-C88D8F1E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71">
            <a:extLst xmlns:a="http://schemas.openxmlformats.org/drawingml/2006/main">
              <a:ext uri="{FF2B5EF4-FFF2-40B4-BE49-F238E27FC236}">
                <a16:creationId xmlns:a16="http://schemas.microsoft.com/office/drawing/2014/main" id="{F026CDBD-103A-4C50-8B0E-A5E92072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72">
            <a:extLst xmlns:a="http://schemas.openxmlformats.org/drawingml/2006/main">
              <a:ext uri="{FF2B5EF4-FFF2-40B4-BE49-F238E27FC236}">
                <a16:creationId xmlns:a16="http://schemas.microsoft.com/office/drawing/2014/main" id="{3FB22F70-2E1F-4279-9B97-778B8BEF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73">
            <a:extLst xmlns:a="http://schemas.openxmlformats.org/drawingml/2006/main">
              <a:ext uri="{FF2B5EF4-FFF2-40B4-BE49-F238E27FC236}">
                <a16:creationId xmlns:a16="http://schemas.microsoft.com/office/drawing/2014/main" id="{33FA4E33-9F49-4613-8297-8954781A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13247349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4">
            <a:extLst xmlns:a="http://schemas.openxmlformats.org/drawingml/2006/main">
              <a:ext uri="{FF2B5EF4-FFF2-40B4-BE49-F238E27FC236}">
                <a16:creationId xmlns:a16="http://schemas.microsoft.com/office/drawing/2014/main" id="{605C30E3-8D5B-4D96-9577-D2D86822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75">
            <a:extLst xmlns:a="http://schemas.openxmlformats.org/drawingml/2006/main">
              <a:ext uri="{FF2B5EF4-FFF2-40B4-BE49-F238E27FC236}">
                <a16:creationId xmlns:a16="http://schemas.microsoft.com/office/drawing/2014/main" id="{B5ABCDCC-1FED-40A1-A8DF-0451D7E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36C75E2B-927A-427B-9299-FDB63AEC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27998E01-9786-4560-9532-94390A14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0B5DEE2E-170D-4C24-BA07-1B43A979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79">
            <a:extLst xmlns:a="http://schemas.openxmlformats.org/drawingml/2006/main">
              <a:ext uri="{FF2B5EF4-FFF2-40B4-BE49-F238E27FC236}">
                <a16:creationId xmlns:a16="http://schemas.microsoft.com/office/drawing/2014/main" id="{1943C8DF-7B7D-4952-8B3A-3D2A31D1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B3891483-4724-4A98-B908-A104582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20392695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1">
            <a:extLst xmlns:a="http://schemas.openxmlformats.org/drawingml/2006/main">
              <a:ext uri="{FF2B5EF4-FFF2-40B4-BE49-F238E27FC236}">
                <a16:creationId xmlns:a16="http://schemas.microsoft.com/office/drawing/2014/main" id="{69615B24-E04C-4909-89CA-D69D2188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(1/2)</a:t>
            </a:r>
          </a:p>
        </p:txBody>
      </p:sp>
      <p:sp>
        <p:nvSpPr>
          <p:cNvPr id="2" name="rule-182">
            <a:extLst xmlns:a="http://schemas.openxmlformats.org/drawingml/2006/main">
              <a:ext uri="{FF2B5EF4-FFF2-40B4-BE49-F238E27FC236}">
                <a16:creationId xmlns:a16="http://schemas.microsoft.com/office/drawing/2014/main" id="{A2C7DD6C-109B-4772-ABA5-80A07DA3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AE989D81-1BCC-4910-BD6C-AF097255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spam / non-spam. Observable text statistics make witnesses easier to interpret.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synthetic class ±1. Redundancy and distractors challenge discovery.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digit 4 / 9. High-dimensional inputs stress screening and cost. Outside the current 35-game study.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4">
            <a:extLst xmlns:a="http://schemas.openxmlformats.org/drawingml/2006/main">
              <a:ext uri="{FF2B5EF4-FFF2-40B4-BE49-F238E27FC236}">
                <a16:creationId xmlns:a16="http://schemas.microsoft.com/office/drawing/2014/main" id="{73C9C0DC-415E-48DE-BE7A-186CE8AD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8228930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5">
            <a:extLst xmlns:a="http://schemas.openxmlformats.org/drawingml/2006/main">
              <a:ext uri="{FF2B5EF4-FFF2-40B4-BE49-F238E27FC236}">
                <a16:creationId xmlns:a16="http://schemas.microsoft.com/office/drawing/2014/main" id="{B00EE27A-36E5-4657-ABD3-7153DA57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(2/2)</a:t>
            </a:r>
          </a:p>
        </p:txBody>
      </p:sp>
      <p:sp>
        <p:nvSpPr>
          <p:cNvPr id="2" name="rule-186">
            <a:extLst xmlns:a="http://schemas.openxmlformats.org/drawingml/2006/main">
              <a:ext uri="{FF2B5EF4-FFF2-40B4-BE49-F238E27FC236}">
                <a16:creationId xmlns:a16="http://schemas.microsoft.com/office/drawing/2014/main" id="{728BBC29-C8EB-4BF7-BF34-727C15CC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7">
            <a:extLst xmlns:a="http://schemas.openxmlformats.org/drawingml/2006/main">
              <a:ext uri="{FF2B5EF4-FFF2-40B4-BE49-F238E27FC236}">
                <a16:creationId xmlns:a16="http://schemas.microsoft.com/office/drawing/2014/main" id="{C4CD1A4C-65EE-4C64-B901-344EE59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8">
            <a:extLst xmlns:a="http://schemas.openxmlformats.org/drawingml/2006/main">
              <a:ext uri="{FF2B5EF4-FFF2-40B4-BE49-F238E27FC236}">
                <a16:creationId xmlns:a16="http://schemas.microsoft.com/office/drawing/2014/main" id="{F6E3BBB7-E789-4691-87A0-93AC8E0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18346024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89">
            <a:extLst xmlns:a="http://schemas.openxmlformats.org/drawingml/2006/main">
              <a:ext uri="{FF2B5EF4-FFF2-40B4-BE49-F238E27FC236}">
                <a16:creationId xmlns:a16="http://schemas.microsoft.com/office/drawing/2014/main" id="{6D5D1439-7B9C-4E5B-BB48-6FC82A6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formal definition and assumptions</a:t>
            </a:r>
          </a:p>
        </p:txBody>
      </p:sp>
      <p:sp>
        <p:nvSpPr>
          <p:cNvPr id="2" name="rule-190">
            <a:extLst xmlns:a="http://schemas.openxmlformats.org/drawingml/2006/main">
              <a:ext uri="{FF2B5EF4-FFF2-40B4-BE49-F238E27FC236}">
                <a16:creationId xmlns:a16="http://schemas.microsoft.com/office/drawing/2014/main" id="{EE79DE27-3BC1-4172-A0F8-A8910D60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91">
            <a:extLst xmlns:a="http://schemas.openxmlformats.org/drawingml/2006/main">
              <a:ext uri="{FF2B5EF4-FFF2-40B4-BE49-F238E27FC236}">
                <a16:creationId xmlns:a16="http://schemas.microsoft.com/office/drawing/2014/main" id="{C008C4C0-4809-4BDA-8758-4EB4600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192">
            <a:extLst xmlns:a="http://schemas.openxmlformats.org/drawingml/2006/main">
              <a:ext uri="{FF2B5EF4-FFF2-40B4-BE49-F238E27FC236}">
                <a16:creationId xmlns:a16="http://schemas.microsoft.com/office/drawing/2014/main" id="{67E7D107-2244-4414-81B0-18C4050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193">
            <a:extLst xmlns:a="http://schemas.openxmlformats.org/drawingml/2006/main">
              <a:ext uri="{FF2B5EF4-FFF2-40B4-BE49-F238E27FC236}">
                <a16:creationId xmlns:a16="http://schemas.microsoft.com/office/drawing/2014/main" id="{5581E89C-2046-4F72-98E8-BD198EC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96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194">
            <a:extLst xmlns:a="http://schemas.openxmlformats.org/drawingml/2006/main">
              <a:ext uri="{FF2B5EF4-FFF2-40B4-BE49-F238E27FC236}">
                <a16:creationId xmlns:a16="http://schemas.microsoft.com/office/drawing/2014/main" id="{644711FA-34CA-49BD-ACF3-AB8897ED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D: analyzed input set. S: a subset without i. U: validation utility.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0.95, with U(D) &gt; 0 and finite utilities.</a:t>
            </a:r>
          </a:p>
        </p:txBody>
      </p:sp>
      <p:sp>
        <p:nvSpPr>
          <p:cNvPr id="7" name="text-195">
            <a:extLst xmlns:a="http://schemas.openxmlformats.org/drawingml/2006/main">
              <a:ext uri="{FF2B5EF4-FFF2-40B4-BE49-F238E27FC236}">
                <a16:creationId xmlns:a16="http://schemas.microsoft.com/office/drawing/2014/main" id="{CB8AD7AF-16ED-4F92-AB3B-01CEDB5F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−1: a negative witness exists.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0: no negative context, but at least one zero marginal.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+1: every context changes from fail to pass.</a:t>
            </a:r>
          </a:p>
        </p:txBody>
      </p:sp>
      <p:sp>
        <p:nvSpPr>
          <p:cNvPr id="8" name="text-196">
            <a:extLst xmlns:a="http://schemas.openxmlformats.org/drawingml/2006/main">
              <a:ext uri="{FF2B5EF4-FFF2-40B4-BE49-F238E27FC236}">
                <a16:creationId xmlns:a16="http://schemas.microsoft.com/office/drawing/2014/main" id="{95BC96B3-8DB0-4147-85E6-9B9D260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49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Sampled minima bound the exact minimum from above. No sampled witness does not certify safety.</a:t>
            </a:r>
          </a:p>
        </p:txBody>
      </p:sp>
    </p:spTree>
    <p:extLst>
      <p:ext uri="{BB962C8B-B14F-4D97-AF65-F5344CB8AC3E}">
        <p14:creationId xmlns:p14="http://schemas.microsoft.com/office/powerpoint/2010/main" val="17115382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82F85F33-05F8-4930-9287-03CB5CE5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experimental protocol and evidence</a:t>
            </a:r>
          </a:p>
        </p:txBody>
      </p:sp>
      <p:sp>
        <p:nvSpPr>
          <p:cNvPr id="2" name="rule-198">
            <a:extLst xmlns:a="http://schemas.openxmlformats.org/drawingml/2006/main">
              <a:ext uri="{FF2B5EF4-FFF2-40B4-BE49-F238E27FC236}">
                <a16:creationId xmlns:a16="http://schemas.microsoft.com/office/drawing/2014/main" id="{F59D4348-B763-435E-9171-045F240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99">
            <a:extLst xmlns:a="http://schemas.openxmlformats.org/drawingml/2006/main">
              <a:ext uri="{FF2B5EF4-FFF2-40B4-BE49-F238E27FC236}">
                <a16:creationId xmlns:a16="http://schemas.microsoft.com/office/drawing/2014/main" id="{23927743-8798-415B-85A5-EB839C7B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9779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Prespecified design or current evidence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1: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eight-input games from 4 datasets. Full references, paired A/B search.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2: 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mechanisms × 5 instances. Each has 2,000 rows and 8 inputs.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3: 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games. Train / selection / gate / test = 64 / 8 / 8 / 20%.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Fixed learner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XGBoost: 100 rounds, depth 4, learning rate 0.1.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Decision tolerance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AUC loss ≤ 0.005 for classification. Raw R² loss ≤ 0.01 for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921DBDA5-3F65-4D3B-9014-49853195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3400"/>
            <a:ext cx="1371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Study 1 recall area: A = 0.4012, B = 0.3718. No stable advantage for B.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A0BD40AB-27F2-447B-B79F-12DE9CD2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22 of 35 games have harmful inputs. The other 13 have undefined recall.</a:t>
            </a:r>
          </a:p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These results describe small fixed games, not deletion benefit or high-dimensional truth.</a:t>
            </a:r>
          </a:p>
        </p:txBody>
      </p:sp>
    </p:spTree>
    <p:extLst>
      <p:ext uri="{BB962C8B-B14F-4D97-AF65-F5344CB8AC3E}">
        <p14:creationId xmlns:p14="http://schemas.microsoft.com/office/powerpoint/2010/main" val="7498591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02">
            <a:extLst xmlns:a="http://schemas.openxmlformats.org/drawingml/2006/main">
              <a:ext uri="{FF2B5EF4-FFF2-40B4-BE49-F238E27FC236}">
                <a16:creationId xmlns:a16="http://schemas.microsoft.com/office/drawing/2014/main" id="{975A9350-3483-44A0-BB36-049992A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multi-objective selection as an extension</a:t>
            </a:r>
          </a:p>
        </p:txBody>
      </p:sp>
      <p:sp>
        <p:nvSpPr>
          <p:cNvPr id="2" name="rule-203">
            <a:extLst xmlns:a="http://schemas.openxmlformats.org/drawingml/2006/main">
              <a:ext uri="{FF2B5EF4-FFF2-40B4-BE49-F238E27FC236}">
                <a16:creationId xmlns:a16="http://schemas.microsoft.com/office/drawing/2014/main" id="{AAD16D5A-EC17-47E1-94E1-8448A9D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04">
            <a:extLst xmlns:a="http://schemas.openxmlformats.org/drawingml/2006/main">
              <a:ext uri="{FF2B5EF4-FFF2-40B4-BE49-F238E27FC236}">
                <a16:creationId xmlns:a16="http://schemas.microsoft.com/office/drawing/2014/main" id="{440A9F87-4129-4E99-BF50-687D978B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205">
            <a:extLst xmlns:a="http://schemas.openxmlformats.org/drawingml/2006/main">
              <a:ext uri="{FF2B5EF4-FFF2-40B4-BE49-F238E27FC236}">
                <a16:creationId xmlns:a16="http://schemas.microsoft.com/office/drawing/2014/main" id="{7B0AB25D-1DFB-4A9B-AC41-C2515ACE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possible later use of the audit</a:t>
            </a:r>
          </a:p>
        </p:txBody>
      </p:sp>
      <p:sp>
        <p:nvSpPr>
          <p:cNvPr id="5" name="stage-206">
            <a:extLst xmlns:a="http://schemas.openxmlformats.org/drawingml/2006/main">
              <a:ext uri="{FF2B5EF4-FFF2-40B4-BE49-F238E27FC236}">
                <a16:creationId xmlns:a16="http://schemas.microsoft.com/office/drawing/2014/main" id="{BFACFF42-8915-4863-82C4-6A38165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207">
            <a:extLst xmlns:a="http://schemas.openxmlformats.org/drawingml/2006/main">
              <a:ext uri="{FF2B5EF4-FFF2-40B4-BE49-F238E27FC236}">
                <a16:creationId xmlns:a16="http://schemas.microsoft.com/office/drawing/2014/main" id="{7C791D1A-5868-437E-B08E-1726241D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evidence</a:t>
            </a:r>
          </a:p>
        </p:txBody>
      </p:sp>
      <p:sp>
        <p:nvSpPr>
          <p:cNvPr id="7" name="text-208">
            <a:extLst xmlns:a="http://schemas.openxmlformats.org/drawingml/2006/main">
              <a:ext uri="{FF2B5EF4-FFF2-40B4-BE49-F238E27FC236}">
                <a16:creationId xmlns:a16="http://schemas.microsoft.com/office/drawing/2014/main" id="{B734B0D5-9473-4F19-9A81-18E549D8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Propose a smaller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search space.</a:t>
            </a:r>
          </a:p>
        </p:txBody>
      </p:sp>
      <p:sp>
        <p:nvSpPr>
          <p:cNvPr id="8" name="stage-209">
            <a:extLst xmlns:a="http://schemas.openxmlformats.org/drawingml/2006/main">
              <a:ext uri="{FF2B5EF4-FFF2-40B4-BE49-F238E27FC236}">
                <a16:creationId xmlns:a16="http://schemas.microsoft.com/office/drawing/2014/main" id="{2A985A8C-09A9-4B04-A39C-A378E8AE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210">
            <a:extLst xmlns:a="http://schemas.openxmlformats.org/drawingml/2006/main">
              <a:ext uri="{FF2B5EF4-FFF2-40B4-BE49-F238E27FC236}">
                <a16:creationId xmlns:a16="http://schemas.microsoft.com/office/drawing/2014/main" id="{7495816A-2129-4986-8520-2EA46F2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10" name="text-211">
            <a:extLst xmlns:a="http://schemas.openxmlformats.org/drawingml/2006/main">
              <a:ext uri="{FF2B5EF4-FFF2-40B4-BE49-F238E27FC236}">
                <a16:creationId xmlns:a16="http://schemas.microsoft.com/office/drawing/2014/main" id="{33DA960C-098F-47FA-A690-8D5BA93B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Trade input count against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prediction performance.</a:t>
            </a:r>
          </a:p>
        </p:txBody>
      </p:sp>
      <p:sp>
        <p:nvSpPr>
          <p:cNvPr id="11" name="stage-212">
            <a:extLst xmlns:a="http://schemas.openxmlformats.org/drawingml/2006/main">
              <a:ext uri="{FF2B5EF4-FFF2-40B4-BE49-F238E27FC236}">
                <a16:creationId xmlns:a16="http://schemas.microsoft.com/office/drawing/2014/main" id="{C83BBA7B-AF42-4FF6-BE33-28E6B31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13">
            <a:extLst xmlns:a="http://schemas.openxmlformats.org/drawingml/2006/main">
              <a:ext uri="{FF2B5EF4-FFF2-40B4-BE49-F238E27FC236}">
                <a16:creationId xmlns:a16="http://schemas.microsoft.com/office/drawing/2014/main" id="{8F745812-D38C-4EA0-B15E-9655A765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Candidate models</a:t>
            </a:r>
          </a:p>
        </p:txBody>
      </p:sp>
      <p:sp>
        <p:nvSpPr>
          <p:cNvPr id="13" name="text-214">
            <a:extLst xmlns:a="http://schemas.openxmlformats.org/drawingml/2006/main">
              <a:ext uri="{FF2B5EF4-FFF2-40B4-BE49-F238E27FC236}">
                <a16:creationId xmlns:a16="http://schemas.microsoft.com/office/drawing/2014/main" id="{9ACE3885-073C-4247-BE5C-08472D88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Offer different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size–performance choices.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25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15">
            <a:extLst xmlns:a="http://schemas.openxmlformats.org/drawingml/2006/main">
              <a:ext uri="{FF2B5EF4-FFF2-40B4-BE49-F238E27FC236}">
                <a16:creationId xmlns:a16="http://schemas.microsoft.com/office/drawing/2014/main" id="{20F4B469-E82D-4164-854D-62FE82AA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4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supervised prediction task stays fixed throughout the search.</a:t>
            </a:r>
          </a:p>
        </p:txBody>
      </p:sp>
      <p:sp>
        <p:nvSpPr>
          <p:cNvPr id="17" name="text-216">
            <a:extLst xmlns:a="http://schemas.openxmlformats.org/drawingml/2006/main">
              <a:ext uri="{FF2B5EF4-FFF2-40B4-BE49-F238E27FC236}">
                <a16:creationId xmlns:a16="http://schemas.microsoft.com/office/drawing/2014/main" id="{A83D4911-12FD-44B4-856E-54D2D11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Any benefit must include the preceding audit cost. This extension is outside the core evidence.</a:t>
            </a:r>
          </a:p>
        </p:txBody>
      </p:sp>
    </p:spTree>
    <p:extLst>
      <p:ext uri="{BB962C8B-B14F-4D97-AF65-F5344CB8AC3E}">
        <p14:creationId xmlns:p14="http://schemas.microsoft.com/office/powerpoint/2010/main" val="1606406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2026-09-30T07:10:21.6320000Z</dcterms:created>
  <dcterms:modified xsi:type="dcterms:W3CDTF">2026-09-30T07:10:21.6320000Z</dcterms:modified>
</coreProperties>
</file>